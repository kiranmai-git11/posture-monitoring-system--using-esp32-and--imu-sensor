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19"/>
  </p:notesMasterIdLst>
  <p:sldIdLst>
    <p:sldId id="256" r:id="rId2"/>
    <p:sldId id="257" r:id="rId3"/>
    <p:sldId id="270" r:id="rId4"/>
    <p:sldId id="271" r:id="rId5"/>
    <p:sldId id="272" r:id="rId6"/>
    <p:sldId id="283" r:id="rId7"/>
    <p:sldId id="274" r:id="rId8"/>
    <p:sldId id="276" r:id="rId9"/>
    <p:sldId id="277" r:id="rId10"/>
    <p:sldId id="278" r:id="rId11"/>
    <p:sldId id="279" r:id="rId12"/>
    <p:sldId id="282" r:id="rId13"/>
    <p:sldId id="280" r:id="rId14"/>
    <p:sldId id="281" r:id="rId15"/>
    <p:sldId id="266" r:id="rId16"/>
    <p:sldId id="265" r:id="rId17"/>
    <p:sldId id="269"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2311F818-3AE9-46DE-8010-4EBCAD5AF335}">
          <p14:sldIdLst>
            <p14:sldId id="256"/>
            <p14:sldId id="257"/>
            <p14:sldId id="270"/>
            <p14:sldId id="271"/>
            <p14:sldId id="272"/>
            <p14:sldId id="283"/>
            <p14:sldId id="274"/>
            <p14:sldId id="276"/>
            <p14:sldId id="277"/>
            <p14:sldId id="278"/>
            <p14:sldId id="279"/>
            <p14:sldId id="282"/>
            <p14:sldId id="280"/>
            <p14:sldId id="281"/>
            <p14:sldId id="266"/>
            <p14:sldId id="265"/>
            <p14:sldId id="269"/>
          </p14:sldIdLst>
        </p14:section>
      </p14:sectionLst>
    </p:ex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E3E087E-3FDF-42E8-A0B3-C1A506E3360F}" v="22" dt="2026-04-17T07:34:59.70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ravyanjali shravs" userId="11af24826c8eac7d" providerId="LiveId" clId="{A71524F4-6F9F-400C-8967-EC5D34EC56A0}"/>
    <pc:docChg chg="custSel addSld delSld modSld sldOrd modSection">
      <pc:chgData name="shravyanjali shravs" userId="11af24826c8eac7d" providerId="LiveId" clId="{A71524F4-6F9F-400C-8967-EC5D34EC56A0}" dt="2026-04-18T02:06:22.927" v="3738" actId="2696"/>
      <pc:docMkLst>
        <pc:docMk/>
      </pc:docMkLst>
      <pc:sldChg chg="modSp mod">
        <pc:chgData name="shravyanjali shravs" userId="11af24826c8eac7d" providerId="LiveId" clId="{A71524F4-6F9F-400C-8967-EC5D34EC56A0}" dt="2026-04-12T07:14:43.235" v="1056" actId="20577"/>
        <pc:sldMkLst>
          <pc:docMk/>
          <pc:sldMk cId="3786686304" sldId="256"/>
        </pc:sldMkLst>
        <pc:spChg chg="mod">
          <ac:chgData name="shravyanjali shravs" userId="11af24826c8eac7d" providerId="LiveId" clId="{A71524F4-6F9F-400C-8967-EC5D34EC56A0}" dt="2026-04-12T07:14:17.812" v="1054" actId="20577"/>
          <ac:spMkLst>
            <pc:docMk/>
            <pc:sldMk cId="3786686304" sldId="256"/>
            <ac:spMk id="3" creationId="{12DC7D9D-658F-1EF7-C21A-23B5B8B1B461}"/>
          </ac:spMkLst>
        </pc:spChg>
        <pc:spChg chg="mod">
          <ac:chgData name="shravyanjali shravs" userId="11af24826c8eac7d" providerId="LiveId" clId="{A71524F4-6F9F-400C-8967-EC5D34EC56A0}" dt="2026-04-12T07:14:43.235" v="1056" actId="20577"/>
          <ac:spMkLst>
            <pc:docMk/>
            <pc:sldMk cId="3786686304" sldId="256"/>
            <ac:spMk id="5" creationId="{AB0CD0FA-00BC-DB42-8482-A91F0AB92773}"/>
          </ac:spMkLst>
        </pc:spChg>
      </pc:sldChg>
      <pc:sldChg chg="modSp mod">
        <pc:chgData name="shravyanjali shravs" userId="11af24826c8eac7d" providerId="LiveId" clId="{A71524F4-6F9F-400C-8967-EC5D34EC56A0}" dt="2026-04-12T07:15:51.996" v="1092" actId="27636"/>
        <pc:sldMkLst>
          <pc:docMk/>
          <pc:sldMk cId="618676618" sldId="257"/>
        </pc:sldMkLst>
        <pc:spChg chg="mod">
          <ac:chgData name="shravyanjali shravs" userId="11af24826c8eac7d" providerId="LiveId" clId="{A71524F4-6F9F-400C-8967-EC5D34EC56A0}" dt="2026-04-12T07:15:51.996" v="1092" actId="27636"/>
          <ac:spMkLst>
            <pc:docMk/>
            <pc:sldMk cId="618676618" sldId="257"/>
            <ac:spMk id="3" creationId="{C19A6F39-FFF6-EF08-57DE-D0D483B6D448}"/>
          </ac:spMkLst>
        </pc:spChg>
      </pc:sldChg>
      <pc:sldChg chg="modSp mod">
        <pc:chgData name="shravyanjali shravs" userId="11af24826c8eac7d" providerId="LiveId" clId="{A71524F4-6F9F-400C-8967-EC5D34EC56A0}" dt="2026-04-12T07:53:47.813" v="1800"/>
        <pc:sldMkLst>
          <pc:docMk/>
          <pc:sldMk cId="2378690118" sldId="265"/>
        </pc:sldMkLst>
        <pc:spChg chg="mod">
          <ac:chgData name="shravyanjali shravs" userId="11af24826c8eac7d" providerId="LiveId" clId="{A71524F4-6F9F-400C-8967-EC5D34EC56A0}" dt="2026-04-12T07:53:47.813" v="1800"/>
          <ac:spMkLst>
            <pc:docMk/>
            <pc:sldMk cId="2378690118" sldId="265"/>
            <ac:spMk id="3" creationId="{D4E1BCE3-6DB7-59B1-0F3A-7F44CAD26901}"/>
          </ac:spMkLst>
        </pc:spChg>
      </pc:sldChg>
      <pc:sldChg chg="modSp mod">
        <pc:chgData name="shravyanjali shravs" userId="11af24826c8eac7d" providerId="LiveId" clId="{A71524F4-6F9F-400C-8967-EC5D34EC56A0}" dt="2026-04-12T07:52:22.947" v="1798"/>
        <pc:sldMkLst>
          <pc:docMk/>
          <pc:sldMk cId="1223777661" sldId="266"/>
        </pc:sldMkLst>
        <pc:spChg chg="mod">
          <ac:chgData name="shravyanjali shravs" userId="11af24826c8eac7d" providerId="LiveId" clId="{A71524F4-6F9F-400C-8967-EC5D34EC56A0}" dt="2026-04-12T07:52:22.947" v="1798"/>
          <ac:spMkLst>
            <pc:docMk/>
            <pc:sldMk cId="1223777661" sldId="266"/>
            <ac:spMk id="3" creationId="{9BCC2789-CE2B-F50C-F037-D6DA765EBA42}"/>
          </ac:spMkLst>
        </pc:spChg>
      </pc:sldChg>
      <pc:sldChg chg="modSp mod">
        <pc:chgData name="shravyanjali shravs" userId="11af24826c8eac7d" providerId="LiveId" clId="{A71524F4-6F9F-400C-8967-EC5D34EC56A0}" dt="2026-04-12T07:20:26.669" v="1108" actId="115"/>
        <pc:sldMkLst>
          <pc:docMk/>
          <pc:sldMk cId="2740509220" sldId="270"/>
        </pc:sldMkLst>
        <pc:spChg chg="mod">
          <ac:chgData name="shravyanjali shravs" userId="11af24826c8eac7d" providerId="LiveId" clId="{A71524F4-6F9F-400C-8967-EC5D34EC56A0}" dt="2026-04-12T07:20:26.669" v="1108" actId="115"/>
          <ac:spMkLst>
            <pc:docMk/>
            <pc:sldMk cId="2740509220" sldId="270"/>
            <ac:spMk id="3" creationId="{6BCF980C-BA3E-17EF-E8CA-15E37674083E}"/>
          </ac:spMkLst>
        </pc:spChg>
      </pc:sldChg>
      <pc:sldChg chg="modSp mod">
        <pc:chgData name="shravyanjali shravs" userId="11af24826c8eac7d" providerId="LiveId" clId="{A71524F4-6F9F-400C-8967-EC5D34EC56A0}" dt="2026-04-12T07:26:13.085" v="1138" actId="255"/>
        <pc:sldMkLst>
          <pc:docMk/>
          <pc:sldMk cId="2553372660" sldId="271"/>
        </pc:sldMkLst>
        <pc:spChg chg="mod">
          <ac:chgData name="shravyanjali shravs" userId="11af24826c8eac7d" providerId="LiveId" clId="{A71524F4-6F9F-400C-8967-EC5D34EC56A0}" dt="2026-04-12T07:26:13.085" v="1138" actId="255"/>
          <ac:spMkLst>
            <pc:docMk/>
            <pc:sldMk cId="2553372660" sldId="271"/>
            <ac:spMk id="3" creationId="{2103FC3D-BB85-6C9C-6C28-0122EBA80B25}"/>
          </ac:spMkLst>
        </pc:spChg>
      </pc:sldChg>
      <pc:sldChg chg="modSp mod">
        <pc:chgData name="shravyanjali shravs" userId="11af24826c8eac7d" providerId="LiveId" clId="{A71524F4-6F9F-400C-8967-EC5D34EC56A0}" dt="2026-04-17T07:35:21.519" v="2564" actId="20577"/>
        <pc:sldMkLst>
          <pc:docMk/>
          <pc:sldMk cId="3505766410" sldId="272"/>
        </pc:sldMkLst>
        <pc:spChg chg="mod">
          <ac:chgData name="shravyanjali shravs" userId="11af24826c8eac7d" providerId="LiveId" clId="{A71524F4-6F9F-400C-8967-EC5D34EC56A0}" dt="2026-04-17T07:33:18.161" v="2173" actId="20577"/>
          <ac:spMkLst>
            <pc:docMk/>
            <pc:sldMk cId="3505766410" sldId="272"/>
            <ac:spMk id="2" creationId="{31741C57-3509-2C5D-9CD5-B5699783F71B}"/>
          </ac:spMkLst>
        </pc:spChg>
        <pc:spChg chg="mod">
          <ac:chgData name="shravyanjali shravs" userId="11af24826c8eac7d" providerId="LiveId" clId="{A71524F4-6F9F-400C-8967-EC5D34EC56A0}" dt="2026-04-17T07:35:21.519" v="2564" actId="20577"/>
          <ac:spMkLst>
            <pc:docMk/>
            <pc:sldMk cId="3505766410" sldId="272"/>
            <ac:spMk id="3" creationId="{4D605EE7-7149-0FBB-28A9-17B63A5D632D}"/>
          </ac:spMkLst>
        </pc:spChg>
      </pc:sldChg>
      <pc:sldChg chg="addSp delSp modSp del mod">
        <pc:chgData name="shravyanjali shravs" userId="11af24826c8eac7d" providerId="LiveId" clId="{A71524F4-6F9F-400C-8967-EC5D34EC56A0}" dt="2026-04-18T02:04:56.066" v="3692" actId="2696"/>
        <pc:sldMkLst>
          <pc:docMk/>
          <pc:sldMk cId="2350347960" sldId="273"/>
        </pc:sldMkLst>
        <pc:spChg chg="mod">
          <ac:chgData name="shravyanjali shravs" userId="11af24826c8eac7d" providerId="LiveId" clId="{A71524F4-6F9F-400C-8967-EC5D34EC56A0}" dt="2026-04-18T02:04:47.203" v="3691" actId="20577"/>
          <ac:spMkLst>
            <pc:docMk/>
            <pc:sldMk cId="2350347960" sldId="273"/>
            <ac:spMk id="2" creationId="{ED20AF8D-EC6A-138B-BF43-D72FF8A00E81}"/>
          </ac:spMkLst>
        </pc:spChg>
        <pc:spChg chg="del mod">
          <ac:chgData name="shravyanjali shravs" userId="11af24826c8eac7d" providerId="LiveId" clId="{A71524F4-6F9F-400C-8967-EC5D34EC56A0}" dt="2026-04-18T02:03:10.162" v="2949"/>
          <ac:spMkLst>
            <pc:docMk/>
            <pc:sldMk cId="2350347960" sldId="273"/>
            <ac:spMk id="3" creationId="{942C9EA1-85C8-13CC-7945-7441F1F6C58C}"/>
          </ac:spMkLst>
        </pc:spChg>
        <pc:spChg chg="add mod">
          <ac:chgData name="shravyanjali shravs" userId="11af24826c8eac7d" providerId="LiveId" clId="{A71524F4-6F9F-400C-8967-EC5D34EC56A0}" dt="2026-04-18T02:04:17.513" v="3675" actId="14100"/>
          <ac:spMkLst>
            <pc:docMk/>
            <pc:sldMk cId="2350347960" sldId="273"/>
            <ac:spMk id="4" creationId="{C1B15873-39AF-7919-2883-8669219CD66D}"/>
          </ac:spMkLst>
        </pc:spChg>
      </pc:sldChg>
      <pc:sldChg chg="addSp delSp modSp mod">
        <pc:chgData name="shravyanjali shravs" userId="11af24826c8eac7d" providerId="LiveId" clId="{A71524F4-6F9F-400C-8967-EC5D34EC56A0}" dt="2026-04-12T08:27:39.688" v="2122" actId="14100"/>
        <pc:sldMkLst>
          <pc:docMk/>
          <pc:sldMk cId="2734918173" sldId="274"/>
        </pc:sldMkLst>
        <pc:spChg chg="add mod">
          <ac:chgData name="shravyanjali shravs" userId="11af24826c8eac7d" providerId="LiveId" clId="{A71524F4-6F9F-400C-8967-EC5D34EC56A0}" dt="2026-04-12T08:27:39.688" v="2122" actId="14100"/>
          <ac:spMkLst>
            <pc:docMk/>
            <pc:sldMk cId="2734918173" sldId="274"/>
            <ac:spMk id="5" creationId="{DEF3691F-10C7-5D71-8C09-131037843C5A}"/>
          </ac:spMkLst>
        </pc:spChg>
        <pc:spChg chg="add mod">
          <ac:chgData name="shravyanjali shravs" userId="11af24826c8eac7d" providerId="LiveId" clId="{A71524F4-6F9F-400C-8967-EC5D34EC56A0}" dt="2026-04-12T08:21:13.582" v="1931" actId="13822"/>
          <ac:spMkLst>
            <pc:docMk/>
            <pc:sldMk cId="2734918173" sldId="274"/>
            <ac:spMk id="6" creationId="{8EC8E024-0C3C-2BF6-B150-296696A7728F}"/>
          </ac:spMkLst>
        </pc:spChg>
        <pc:spChg chg="add mod">
          <ac:chgData name="shravyanjali shravs" userId="11af24826c8eac7d" providerId="LiveId" clId="{A71524F4-6F9F-400C-8967-EC5D34EC56A0}" dt="2026-04-12T08:25:34.252" v="2109" actId="1076"/>
          <ac:spMkLst>
            <pc:docMk/>
            <pc:sldMk cId="2734918173" sldId="274"/>
            <ac:spMk id="7" creationId="{AB61D63E-C87B-9DC0-735E-975B80A07F49}"/>
          </ac:spMkLst>
        </pc:spChg>
        <pc:spChg chg="add mod">
          <ac:chgData name="shravyanjali shravs" userId="11af24826c8eac7d" providerId="LiveId" clId="{A71524F4-6F9F-400C-8967-EC5D34EC56A0}" dt="2026-04-12T08:22:28.329" v="1975" actId="13822"/>
          <ac:spMkLst>
            <pc:docMk/>
            <pc:sldMk cId="2734918173" sldId="274"/>
            <ac:spMk id="8" creationId="{35E73B6C-ADB2-5576-6707-2B7F03955773}"/>
          </ac:spMkLst>
        </pc:spChg>
        <pc:spChg chg="add mod">
          <ac:chgData name="shravyanjali shravs" userId="11af24826c8eac7d" providerId="LiveId" clId="{A71524F4-6F9F-400C-8967-EC5D34EC56A0}" dt="2026-04-12T08:24:05.695" v="2047" actId="13822"/>
          <ac:spMkLst>
            <pc:docMk/>
            <pc:sldMk cId="2734918173" sldId="274"/>
            <ac:spMk id="9" creationId="{3A9E0EDA-67FC-25DA-F80B-5C52107102E2}"/>
          </ac:spMkLst>
        </pc:spChg>
        <pc:spChg chg="add mod">
          <ac:chgData name="shravyanjali shravs" userId="11af24826c8eac7d" providerId="LiveId" clId="{A71524F4-6F9F-400C-8967-EC5D34EC56A0}" dt="2026-04-12T08:24:08.998" v="2048" actId="13822"/>
          <ac:spMkLst>
            <pc:docMk/>
            <pc:sldMk cId="2734918173" sldId="274"/>
            <ac:spMk id="10" creationId="{A7A86A83-B8E4-0344-98CA-BC66D1E87F23}"/>
          </ac:spMkLst>
        </pc:spChg>
        <pc:spChg chg="add mod">
          <ac:chgData name="shravyanjali shravs" userId="11af24826c8eac7d" providerId="LiveId" clId="{A71524F4-6F9F-400C-8967-EC5D34EC56A0}" dt="2026-04-12T08:24:45.620" v="2079" actId="13822"/>
          <ac:spMkLst>
            <pc:docMk/>
            <pc:sldMk cId="2734918173" sldId="274"/>
            <ac:spMk id="11" creationId="{5B327FAF-3E1D-04DA-8BC4-CBB99D7FB240}"/>
          </ac:spMkLst>
        </pc:spChg>
        <pc:spChg chg="add mod">
          <ac:chgData name="shravyanjali shravs" userId="11af24826c8eac7d" providerId="LiveId" clId="{A71524F4-6F9F-400C-8967-EC5D34EC56A0}" dt="2026-04-12T08:25:12.549" v="2107" actId="13822"/>
          <ac:spMkLst>
            <pc:docMk/>
            <pc:sldMk cId="2734918173" sldId="274"/>
            <ac:spMk id="12" creationId="{330B2E8D-E215-7BE2-7889-93C0823B9400}"/>
          </ac:spMkLst>
        </pc:spChg>
        <pc:cxnChg chg="add">
          <ac:chgData name="shravyanjali shravs" userId="11af24826c8eac7d" providerId="LiveId" clId="{A71524F4-6F9F-400C-8967-EC5D34EC56A0}" dt="2026-04-12T08:25:27.935" v="2108" actId="11529"/>
          <ac:cxnSpMkLst>
            <pc:docMk/>
            <pc:sldMk cId="2734918173" sldId="274"/>
            <ac:cxnSpMk id="14" creationId="{6E6BD50C-D069-44A0-03E4-C0D5260753CF}"/>
          </ac:cxnSpMkLst>
        </pc:cxnChg>
        <pc:cxnChg chg="add">
          <ac:chgData name="shravyanjali shravs" userId="11af24826c8eac7d" providerId="LiveId" clId="{A71524F4-6F9F-400C-8967-EC5D34EC56A0}" dt="2026-04-12T08:25:43.743" v="2110" actId="11529"/>
          <ac:cxnSpMkLst>
            <pc:docMk/>
            <pc:sldMk cId="2734918173" sldId="274"/>
            <ac:cxnSpMk id="16" creationId="{E25A05FD-542B-D84B-5AEB-25DAEA8BBE4B}"/>
          </ac:cxnSpMkLst>
        </pc:cxnChg>
        <pc:cxnChg chg="add mod">
          <ac:chgData name="shravyanjali shravs" userId="11af24826c8eac7d" providerId="LiveId" clId="{A71524F4-6F9F-400C-8967-EC5D34EC56A0}" dt="2026-04-12T08:26:17.325" v="2113" actId="1076"/>
          <ac:cxnSpMkLst>
            <pc:docMk/>
            <pc:sldMk cId="2734918173" sldId="274"/>
            <ac:cxnSpMk id="18" creationId="{DF62E90F-A1FE-AF00-73CC-118976264357}"/>
          </ac:cxnSpMkLst>
        </pc:cxnChg>
        <pc:cxnChg chg="add mod">
          <ac:chgData name="shravyanjali shravs" userId="11af24826c8eac7d" providerId="LiveId" clId="{A71524F4-6F9F-400C-8967-EC5D34EC56A0}" dt="2026-04-12T08:26:31.955" v="2115" actId="1076"/>
          <ac:cxnSpMkLst>
            <pc:docMk/>
            <pc:sldMk cId="2734918173" sldId="274"/>
            <ac:cxnSpMk id="20" creationId="{B86547EF-2B78-E66A-6C68-A080755C67E4}"/>
          </ac:cxnSpMkLst>
        </pc:cxnChg>
        <pc:cxnChg chg="add">
          <ac:chgData name="shravyanjali shravs" userId="11af24826c8eac7d" providerId="LiveId" clId="{A71524F4-6F9F-400C-8967-EC5D34EC56A0}" dt="2026-04-12T08:26:26.100" v="2114" actId="11529"/>
          <ac:cxnSpMkLst>
            <pc:docMk/>
            <pc:sldMk cId="2734918173" sldId="274"/>
            <ac:cxnSpMk id="22" creationId="{213FD5E9-4734-B9A3-DAAE-112AC370590F}"/>
          </ac:cxnSpMkLst>
        </pc:cxnChg>
        <pc:cxnChg chg="add">
          <ac:chgData name="shravyanjali shravs" userId="11af24826c8eac7d" providerId="LiveId" clId="{A71524F4-6F9F-400C-8967-EC5D34EC56A0}" dt="2026-04-12T08:26:38.149" v="2116" actId="11529"/>
          <ac:cxnSpMkLst>
            <pc:docMk/>
            <pc:sldMk cId="2734918173" sldId="274"/>
            <ac:cxnSpMk id="24" creationId="{AC5E4997-3F16-F1F3-3497-25EAC92DDF6A}"/>
          </ac:cxnSpMkLst>
        </pc:cxnChg>
        <pc:cxnChg chg="add">
          <ac:chgData name="shravyanjali shravs" userId="11af24826c8eac7d" providerId="LiveId" clId="{A71524F4-6F9F-400C-8967-EC5D34EC56A0}" dt="2026-04-12T08:26:50.677" v="2117" actId="11529"/>
          <ac:cxnSpMkLst>
            <pc:docMk/>
            <pc:sldMk cId="2734918173" sldId="274"/>
            <ac:cxnSpMk id="26" creationId="{6D0D327F-39B6-8F62-5F19-525665E87F44}"/>
          </ac:cxnSpMkLst>
        </pc:cxnChg>
        <pc:cxnChg chg="add">
          <ac:chgData name="shravyanjali shravs" userId="11af24826c8eac7d" providerId="LiveId" clId="{A71524F4-6F9F-400C-8967-EC5D34EC56A0}" dt="2026-04-12T08:26:59.886" v="2118" actId="11529"/>
          <ac:cxnSpMkLst>
            <pc:docMk/>
            <pc:sldMk cId="2734918173" sldId="274"/>
            <ac:cxnSpMk id="28" creationId="{FE0B039B-A92F-7843-9E81-2213B180DACD}"/>
          </ac:cxnSpMkLst>
        </pc:cxnChg>
        <pc:cxnChg chg="add">
          <ac:chgData name="shravyanjali shravs" userId="11af24826c8eac7d" providerId="LiveId" clId="{A71524F4-6F9F-400C-8967-EC5D34EC56A0}" dt="2026-04-12T08:27:06.384" v="2119" actId="11529"/>
          <ac:cxnSpMkLst>
            <pc:docMk/>
            <pc:sldMk cId="2734918173" sldId="274"/>
            <ac:cxnSpMk id="30" creationId="{F49F0E14-5D0D-9FC6-A082-C6201A0E6D4D}"/>
          </ac:cxnSpMkLst>
        </pc:cxnChg>
      </pc:sldChg>
      <pc:sldChg chg="modSp mod">
        <pc:chgData name="shravyanjali shravs" userId="11af24826c8eac7d" providerId="LiveId" clId="{A71524F4-6F9F-400C-8967-EC5D34EC56A0}" dt="2026-04-12T07:37:12.256" v="1461" actId="5793"/>
        <pc:sldMkLst>
          <pc:docMk/>
          <pc:sldMk cId="827689839" sldId="276"/>
        </pc:sldMkLst>
        <pc:spChg chg="mod">
          <ac:chgData name="shravyanjali shravs" userId="11af24826c8eac7d" providerId="LiveId" clId="{A71524F4-6F9F-400C-8967-EC5D34EC56A0}" dt="2026-04-12T07:35:54.694" v="1364" actId="20577"/>
          <ac:spMkLst>
            <pc:docMk/>
            <pc:sldMk cId="827689839" sldId="276"/>
            <ac:spMk id="2" creationId="{CA6036E5-E8D5-01F8-4AF8-6D0BDAAF3E45}"/>
          </ac:spMkLst>
        </pc:spChg>
        <pc:spChg chg="mod">
          <ac:chgData name="shravyanjali shravs" userId="11af24826c8eac7d" providerId="LiveId" clId="{A71524F4-6F9F-400C-8967-EC5D34EC56A0}" dt="2026-04-12T07:37:12.256" v="1461" actId="5793"/>
          <ac:spMkLst>
            <pc:docMk/>
            <pc:sldMk cId="827689839" sldId="276"/>
            <ac:spMk id="3" creationId="{FC3EB2A2-3885-540C-AD11-6912DA396948}"/>
          </ac:spMkLst>
        </pc:spChg>
      </pc:sldChg>
      <pc:sldChg chg="addSp delSp modSp mod">
        <pc:chgData name="shravyanjali shravs" userId="11af24826c8eac7d" providerId="LiveId" clId="{A71524F4-6F9F-400C-8967-EC5D34EC56A0}" dt="2026-04-12T08:02:17.081" v="1818" actId="1076"/>
        <pc:sldMkLst>
          <pc:docMk/>
          <pc:sldMk cId="1534132973" sldId="277"/>
        </pc:sldMkLst>
        <pc:spChg chg="mod">
          <ac:chgData name="shravyanjali shravs" userId="11af24826c8eac7d" providerId="LiveId" clId="{A71524F4-6F9F-400C-8967-EC5D34EC56A0}" dt="2026-04-12T07:37:49.637" v="1495" actId="20577"/>
          <ac:spMkLst>
            <pc:docMk/>
            <pc:sldMk cId="1534132973" sldId="277"/>
            <ac:spMk id="2" creationId="{AE0A60C9-8D63-D50E-95C0-67782889B8D3}"/>
          </ac:spMkLst>
        </pc:spChg>
        <pc:spChg chg="mod">
          <ac:chgData name="shravyanjali shravs" userId="11af24826c8eac7d" providerId="LiveId" clId="{A71524F4-6F9F-400C-8967-EC5D34EC56A0}" dt="2026-04-12T07:42:11.240" v="1592" actId="27636"/>
          <ac:spMkLst>
            <pc:docMk/>
            <pc:sldMk cId="1534132973" sldId="277"/>
            <ac:spMk id="4" creationId="{6F25C44D-5E86-8F0E-20D3-996E8AD38778}"/>
          </ac:spMkLst>
        </pc:spChg>
        <pc:picChg chg="add mod">
          <ac:chgData name="shravyanjali shravs" userId="11af24826c8eac7d" providerId="LiveId" clId="{A71524F4-6F9F-400C-8967-EC5D34EC56A0}" dt="2026-04-12T08:01:37.111" v="1812" actId="14100"/>
          <ac:picMkLst>
            <pc:docMk/>
            <pc:sldMk cId="1534132973" sldId="277"/>
            <ac:picMk id="6" creationId="{7CD2CB3A-59F4-AA14-9AB6-9A2A1DC8937B}"/>
          </ac:picMkLst>
        </pc:picChg>
        <pc:picChg chg="add mod">
          <ac:chgData name="shravyanjali shravs" userId="11af24826c8eac7d" providerId="LiveId" clId="{A71524F4-6F9F-400C-8967-EC5D34EC56A0}" dt="2026-04-12T08:02:17.081" v="1818" actId="1076"/>
          <ac:picMkLst>
            <pc:docMk/>
            <pc:sldMk cId="1534132973" sldId="277"/>
            <ac:picMk id="9" creationId="{CA3967ED-B3C4-1A06-444F-798DFFA79B6F}"/>
          </ac:picMkLst>
        </pc:picChg>
      </pc:sldChg>
      <pc:sldChg chg="addSp delSp modSp mod">
        <pc:chgData name="shravyanjali shravs" userId="11af24826c8eac7d" providerId="LiveId" clId="{A71524F4-6F9F-400C-8967-EC5D34EC56A0}" dt="2026-04-12T08:03:14.282" v="1827" actId="1076"/>
        <pc:sldMkLst>
          <pc:docMk/>
          <pc:sldMk cId="3090632306" sldId="278"/>
        </pc:sldMkLst>
        <pc:spChg chg="mod">
          <ac:chgData name="shravyanjali shravs" userId="11af24826c8eac7d" providerId="LiveId" clId="{A71524F4-6F9F-400C-8967-EC5D34EC56A0}" dt="2026-04-12T07:42:46.851" v="1608" actId="20577"/>
          <ac:spMkLst>
            <pc:docMk/>
            <pc:sldMk cId="3090632306" sldId="278"/>
            <ac:spMk id="2" creationId="{891D6390-BD2A-0BFC-6967-DDC1468CB2A6}"/>
          </ac:spMkLst>
        </pc:spChg>
        <pc:spChg chg="mod">
          <ac:chgData name="shravyanjali shravs" userId="11af24826c8eac7d" providerId="LiveId" clId="{A71524F4-6F9F-400C-8967-EC5D34EC56A0}" dt="2026-04-12T07:44:49.336" v="1664" actId="20577"/>
          <ac:spMkLst>
            <pc:docMk/>
            <pc:sldMk cId="3090632306" sldId="278"/>
            <ac:spMk id="3" creationId="{C178E647-1CFC-B852-81C5-D8BD9238B75F}"/>
          </ac:spMkLst>
        </pc:spChg>
        <pc:picChg chg="add mod">
          <ac:chgData name="shravyanjali shravs" userId="11af24826c8eac7d" providerId="LiveId" clId="{A71524F4-6F9F-400C-8967-EC5D34EC56A0}" dt="2026-04-12T08:02:52.327" v="1825" actId="1076"/>
          <ac:picMkLst>
            <pc:docMk/>
            <pc:sldMk cId="3090632306" sldId="278"/>
            <ac:picMk id="6" creationId="{030BFA53-40D6-FA34-2DA0-1DF41A7E2562}"/>
          </ac:picMkLst>
        </pc:picChg>
        <pc:picChg chg="add mod">
          <ac:chgData name="shravyanjali shravs" userId="11af24826c8eac7d" providerId="LiveId" clId="{A71524F4-6F9F-400C-8967-EC5D34EC56A0}" dt="2026-04-12T08:03:14.282" v="1827" actId="1076"/>
          <ac:picMkLst>
            <pc:docMk/>
            <pc:sldMk cId="3090632306" sldId="278"/>
            <ac:picMk id="8" creationId="{B9A9E9BA-B0A4-B13C-7445-D83F9578F81F}"/>
          </ac:picMkLst>
        </pc:picChg>
      </pc:sldChg>
      <pc:sldChg chg="addSp delSp modSp mod">
        <pc:chgData name="shravyanjali shravs" userId="11af24826c8eac7d" providerId="LiveId" clId="{A71524F4-6F9F-400C-8967-EC5D34EC56A0}" dt="2026-04-12T08:04:30.889" v="1844" actId="14100"/>
        <pc:sldMkLst>
          <pc:docMk/>
          <pc:sldMk cId="1784745497" sldId="279"/>
        </pc:sldMkLst>
        <pc:spChg chg="mod">
          <ac:chgData name="shravyanjali shravs" userId="11af24826c8eac7d" providerId="LiveId" clId="{A71524F4-6F9F-400C-8967-EC5D34EC56A0}" dt="2026-04-12T07:45:08.008" v="1689" actId="20577"/>
          <ac:spMkLst>
            <pc:docMk/>
            <pc:sldMk cId="1784745497" sldId="279"/>
            <ac:spMk id="2" creationId="{DA80D837-418B-CD63-C887-9BB71AC57F68}"/>
          </ac:spMkLst>
        </pc:spChg>
        <pc:spChg chg="mod">
          <ac:chgData name="shravyanjali shravs" userId="11af24826c8eac7d" providerId="LiveId" clId="{A71524F4-6F9F-400C-8967-EC5D34EC56A0}" dt="2026-04-12T07:48:00.257" v="1728" actId="27636"/>
          <ac:spMkLst>
            <pc:docMk/>
            <pc:sldMk cId="1784745497" sldId="279"/>
            <ac:spMk id="3" creationId="{C8A5A241-D68A-1E9E-DD18-35A5450FF581}"/>
          </ac:spMkLst>
        </pc:spChg>
        <pc:picChg chg="add mod">
          <ac:chgData name="shravyanjali shravs" userId="11af24826c8eac7d" providerId="LiveId" clId="{A71524F4-6F9F-400C-8967-EC5D34EC56A0}" dt="2026-04-12T08:03:57.963" v="1836" actId="14100"/>
          <ac:picMkLst>
            <pc:docMk/>
            <pc:sldMk cId="1784745497" sldId="279"/>
            <ac:picMk id="6" creationId="{3A2708D4-1649-D953-248F-C6AC4AA72F9C}"/>
          </ac:picMkLst>
        </pc:picChg>
        <pc:picChg chg="add mod">
          <ac:chgData name="shravyanjali shravs" userId="11af24826c8eac7d" providerId="LiveId" clId="{A71524F4-6F9F-400C-8967-EC5D34EC56A0}" dt="2026-04-12T08:04:30.889" v="1844" actId="14100"/>
          <ac:picMkLst>
            <pc:docMk/>
            <pc:sldMk cId="1784745497" sldId="279"/>
            <ac:picMk id="8" creationId="{4B397533-769B-F95D-D198-C877E2603444}"/>
          </ac:picMkLst>
        </pc:picChg>
      </pc:sldChg>
      <pc:sldChg chg="modSp mod">
        <pc:chgData name="shravyanjali shravs" userId="11af24826c8eac7d" providerId="LiveId" clId="{A71524F4-6F9F-400C-8967-EC5D34EC56A0}" dt="2026-04-12T07:49:59.588" v="1744" actId="255"/>
        <pc:sldMkLst>
          <pc:docMk/>
          <pc:sldMk cId="1285458063" sldId="280"/>
        </pc:sldMkLst>
        <pc:spChg chg="mod">
          <ac:chgData name="shravyanjali shravs" userId="11af24826c8eac7d" providerId="LiveId" clId="{A71524F4-6F9F-400C-8967-EC5D34EC56A0}" dt="2026-04-12T07:49:59.588" v="1744" actId="255"/>
          <ac:spMkLst>
            <pc:docMk/>
            <pc:sldMk cId="1285458063" sldId="280"/>
            <ac:spMk id="3" creationId="{B6F11091-3C7B-C2C6-CA67-5A528EEE6DAA}"/>
          </ac:spMkLst>
        </pc:spChg>
      </pc:sldChg>
      <pc:sldChg chg="modSp mod">
        <pc:chgData name="shravyanjali shravs" userId="11af24826c8eac7d" providerId="LiveId" clId="{A71524F4-6F9F-400C-8967-EC5D34EC56A0}" dt="2026-04-12T07:51:29.330" v="1796" actId="27636"/>
        <pc:sldMkLst>
          <pc:docMk/>
          <pc:sldMk cId="71084476" sldId="281"/>
        </pc:sldMkLst>
        <pc:spChg chg="mod">
          <ac:chgData name="shravyanjali shravs" userId="11af24826c8eac7d" providerId="LiveId" clId="{A71524F4-6F9F-400C-8967-EC5D34EC56A0}" dt="2026-04-12T07:51:29.330" v="1796" actId="27636"/>
          <ac:spMkLst>
            <pc:docMk/>
            <pc:sldMk cId="71084476" sldId="281"/>
            <ac:spMk id="3" creationId="{1030A3B0-06C4-0303-2500-A418AB3823C2}"/>
          </ac:spMkLst>
        </pc:spChg>
      </pc:sldChg>
      <pc:sldChg chg="addSp delSp modSp new mod ord">
        <pc:chgData name="shravyanjali shravs" userId="11af24826c8eac7d" providerId="LiveId" clId="{A71524F4-6F9F-400C-8967-EC5D34EC56A0}" dt="2026-04-12T08:11:50.150" v="1908" actId="1076"/>
        <pc:sldMkLst>
          <pc:docMk/>
          <pc:sldMk cId="4272016854" sldId="282"/>
        </pc:sldMkLst>
        <pc:picChg chg="add mod">
          <ac:chgData name="shravyanjali shravs" userId="11af24826c8eac7d" providerId="LiveId" clId="{A71524F4-6F9F-400C-8967-EC5D34EC56A0}" dt="2026-04-12T08:10:25.759" v="1888" actId="1076"/>
          <ac:picMkLst>
            <pc:docMk/>
            <pc:sldMk cId="4272016854" sldId="282"/>
            <ac:picMk id="3" creationId="{094FCDCB-52BE-88D5-B5C6-69846B01A46B}"/>
          </ac:picMkLst>
        </pc:picChg>
        <pc:picChg chg="add mod">
          <ac:chgData name="shravyanjali shravs" userId="11af24826c8eac7d" providerId="LiveId" clId="{A71524F4-6F9F-400C-8967-EC5D34EC56A0}" dt="2026-04-12T08:11:42.294" v="1905" actId="14100"/>
          <ac:picMkLst>
            <pc:docMk/>
            <pc:sldMk cId="4272016854" sldId="282"/>
            <ac:picMk id="16" creationId="{2185D93C-D927-77EA-E9AF-B7E74229708C}"/>
          </ac:picMkLst>
        </pc:picChg>
        <pc:picChg chg="add mod">
          <ac:chgData name="shravyanjali shravs" userId="11af24826c8eac7d" providerId="LiveId" clId="{A71524F4-6F9F-400C-8967-EC5D34EC56A0}" dt="2026-04-12T08:11:50.150" v="1908" actId="1076"/>
          <ac:picMkLst>
            <pc:docMk/>
            <pc:sldMk cId="4272016854" sldId="282"/>
            <ac:picMk id="18" creationId="{AFE435F5-E99F-90F1-9DC8-CC445B773179}"/>
          </ac:picMkLst>
        </pc:picChg>
      </pc:sldChg>
      <pc:sldChg chg="new del ord">
        <pc:chgData name="shravyanjali shravs" userId="11af24826c8eac7d" providerId="LiveId" clId="{A71524F4-6F9F-400C-8967-EC5D34EC56A0}" dt="2026-04-17T07:37:24.344" v="2820" actId="2696"/>
        <pc:sldMkLst>
          <pc:docMk/>
          <pc:sldMk cId="1320556761" sldId="283"/>
        </pc:sldMkLst>
      </pc:sldChg>
      <pc:sldChg chg="addSp delSp modSp new del mod">
        <pc:chgData name="shravyanjali shravs" userId="11af24826c8eac7d" providerId="LiveId" clId="{A71524F4-6F9F-400C-8967-EC5D34EC56A0}" dt="2026-04-18T02:06:22.927" v="3738" actId="2696"/>
        <pc:sldMkLst>
          <pc:docMk/>
          <pc:sldMk cId="2695161672" sldId="283"/>
        </pc:sldMkLst>
        <pc:spChg chg="mod">
          <ac:chgData name="shravyanjali shravs" userId="11af24826c8eac7d" providerId="LiveId" clId="{A71524F4-6F9F-400C-8967-EC5D34EC56A0}" dt="2026-04-17T07:37:58.334" v="2862" actId="20577"/>
          <ac:spMkLst>
            <pc:docMk/>
            <pc:sldMk cId="2695161672" sldId="283"/>
            <ac:spMk id="2" creationId="{C69273A6-6DB1-D131-C0BB-9D3E54EC236C}"/>
          </ac:spMkLst>
        </pc:spChg>
        <pc:spChg chg="del mod">
          <ac:chgData name="shravyanjali shravs" userId="11af24826c8eac7d" providerId="LiveId" clId="{A71524F4-6F9F-400C-8967-EC5D34EC56A0}" dt="2026-04-18T02:06:17.079" v="3737"/>
          <ac:spMkLst>
            <pc:docMk/>
            <pc:sldMk cId="2695161672" sldId="283"/>
            <ac:spMk id="3" creationId="{63A7E334-F81A-FA02-588E-7241789E85B6}"/>
          </ac:spMkLst>
        </pc:spChg>
        <pc:spChg chg="add mod">
          <ac:chgData name="shravyanjali shravs" userId="11af24826c8eac7d" providerId="LiveId" clId="{A71524F4-6F9F-400C-8967-EC5D34EC56A0}" dt="2026-04-18T02:06:17.079" v="3737"/>
          <ac:spMkLst>
            <pc:docMk/>
            <pc:sldMk cId="2695161672" sldId="283"/>
            <ac:spMk id="4" creationId="{C34D1B1B-CC94-BACD-7C42-1B539ADBB6C7}"/>
          </ac:spMkLst>
        </pc:spChg>
      </pc:sldChg>
      <pc:sldChg chg="modSp new del mod ord">
        <pc:chgData name="shravyanjali shravs" userId="11af24826c8eac7d" providerId="LiveId" clId="{A71524F4-6F9F-400C-8967-EC5D34EC56A0}" dt="2026-04-17T07:36:56.673" v="2816" actId="2696"/>
        <pc:sldMkLst>
          <pc:docMk/>
          <pc:sldMk cId="3723533542" sldId="283"/>
        </pc:sldMkLst>
        <pc:spChg chg="mod">
          <ac:chgData name="shravyanjali shravs" userId="11af24826c8eac7d" providerId="LiveId" clId="{A71524F4-6F9F-400C-8967-EC5D34EC56A0}" dt="2026-04-17T07:36:30.662" v="2591" actId="20577"/>
          <ac:spMkLst>
            <pc:docMk/>
            <pc:sldMk cId="3723533542" sldId="283"/>
            <ac:spMk id="2" creationId="{3901A802-3BDE-756B-182C-13046E634C41}"/>
          </ac:spMkLst>
        </pc:spChg>
        <pc:spChg chg="mod">
          <ac:chgData name="shravyanjali shravs" userId="11af24826c8eac7d" providerId="LiveId" clId="{A71524F4-6F9F-400C-8967-EC5D34EC56A0}" dt="2026-04-17T07:36:50.966" v="2815" actId="20577"/>
          <ac:spMkLst>
            <pc:docMk/>
            <pc:sldMk cId="3723533542" sldId="283"/>
            <ac:spMk id="3" creationId="{B2341B8E-6D0C-C0F9-05F6-0AF3FA411787}"/>
          </ac:spMkLst>
        </pc:spChg>
      </pc:sldChg>
      <pc:sldChg chg="addSp delSp modSp new del mod ord">
        <pc:chgData name="shravyanjali shravs" userId="11af24826c8eac7d" providerId="LiveId" clId="{A71524F4-6F9F-400C-8967-EC5D34EC56A0}" dt="2026-04-18T02:06:07.175" v="3736" actId="2696"/>
        <pc:sldMkLst>
          <pc:docMk/>
          <pc:sldMk cId="1585140631" sldId="284"/>
        </pc:sldMkLst>
        <pc:spChg chg="mod">
          <ac:chgData name="shravyanjali shravs" userId="11af24826c8eac7d" providerId="LiveId" clId="{A71524F4-6F9F-400C-8967-EC5D34EC56A0}" dt="2026-04-18T02:05:48.200" v="3734" actId="113"/>
          <ac:spMkLst>
            <pc:docMk/>
            <pc:sldMk cId="1585140631" sldId="284"/>
            <ac:spMk id="2" creationId="{EA920603-F1EA-30D9-BBC0-E6517A425101}"/>
          </ac:spMkLst>
        </pc:spChg>
        <pc:spChg chg="del">
          <ac:chgData name="shravyanjali shravs" userId="11af24826c8eac7d" providerId="LiveId" clId="{A71524F4-6F9F-400C-8967-EC5D34EC56A0}" dt="2026-04-18T02:05:51.462" v="3735"/>
          <ac:spMkLst>
            <pc:docMk/>
            <pc:sldMk cId="1585140631" sldId="284"/>
            <ac:spMk id="3" creationId="{C31DEA3E-1482-03C0-874B-9D50274E0957}"/>
          </ac:spMkLst>
        </pc:spChg>
        <pc:spChg chg="add mod">
          <ac:chgData name="shravyanjali shravs" userId="11af24826c8eac7d" providerId="LiveId" clId="{A71524F4-6F9F-400C-8967-EC5D34EC56A0}" dt="2026-04-18T02:05:51.462" v="3735"/>
          <ac:spMkLst>
            <pc:docMk/>
            <pc:sldMk cId="1585140631" sldId="284"/>
            <ac:spMk id="4" creationId="{CD5C0A27-322C-8437-B316-A75F1CB95051}"/>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1CAA271-945F-4784-9FA8-B1B3855094A8}" type="datetimeFigureOut">
              <a:rPr lang="en-IN" smtClean="0"/>
              <a:pPr/>
              <a:t>18-04-2026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CB80AE9-FEC1-4A00-8675-631FD7065762}" type="slidenum">
              <a:rPr lang="en-IN" smtClean="0"/>
              <a:pPr/>
              <a:t>‹#›</a:t>
            </a:fld>
            <a:endParaRPr lang="en-IN"/>
          </a:p>
        </p:txBody>
      </p:sp>
    </p:spTree>
    <p:extLst>
      <p:ext uri="{BB962C8B-B14F-4D97-AF65-F5344CB8AC3E}">
        <p14:creationId xmlns:p14="http://schemas.microsoft.com/office/powerpoint/2010/main" val="5536355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2CB80AE9-FEC1-4A00-8675-631FD7065762}" type="slidenum">
              <a:rPr lang="en-IN" smtClean="0"/>
              <a:pPr/>
              <a:t>9</a:t>
            </a:fld>
            <a:endParaRPr lang="en-IN"/>
          </a:p>
        </p:txBody>
      </p:sp>
    </p:spTree>
    <p:extLst>
      <p:ext uri="{BB962C8B-B14F-4D97-AF65-F5344CB8AC3E}">
        <p14:creationId xmlns:p14="http://schemas.microsoft.com/office/powerpoint/2010/main" val="113253878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9448EB-1ECA-683D-A067-7E7057483CC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76CFCDE0-E237-C0FC-DD65-51757BBA659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F75A3E23-D6BC-5CBA-308D-E020562B506F}"/>
              </a:ext>
            </a:extLst>
          </p:cNvPr>
          <p:cNvSpPr>
            <a:spLocks noGrp="1"/>
          </p:cNvSpPr>
          <p:nvPr>
            <p:ph type="dt" sz="half" idx="10"/>
          </p:nvPr>
        </p:nvSpPr>
        <p:spPr/>
        <p:txBody>
          <a:bodyPr/>
          <a:lstStyle/>
          <a:p>
            <a:fld id="{06B8A9CC-D65E-49FB-98D2-76C680EB99C7}" type="datetimeFigureOut">
              <a:rPr lang="en-IN" smtClean="0"/>
              <a:pPr/>
              <a:t>18-04-2026</a:t>
            </a:fld>
            <a:endParaRPr lang="en-IN"/>
          </a:p>
        </p:txBody>
      </p:sp>
      <p:sp>
        <p:nvSpPr>
          <p:cNvPr id="5" name="Footer Placeholder 4">
            <a:extLst>
              <a:ext uri="{FF2B5EF4-FFF2-40B4-BE49-F238E27FC236}">
                <a16:creationId xmlns:a16="http://schemas.microsoft.com/office/drawing/2014/main" id="{80BCC549-E4C0-F90E-A8AD-51B97392E49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B82C76F-FFDC-A7E7-7C13-5225C6E5E3B1}"/>
              </a:ext>
            </a:extLst>
          </p:cNvPr>
          <p:cNvSpPr>
            <a:spLocks noGrp="1"/>
          </p:cNvSpPr>
          <p:nvPr>
            <p:ph type="sldNum" sz="quarter" idx="12"/>
          </p:nvPr>
        </p:nvSpPr>
        <p:spPr/>
        <p:txBody>
          <a:bodyPr/>
          <a:lstStyle/>
          <a:p>
            <a:fld id="{219DC330-BEB7-4BFD-8255-C45D79DE7343}" type="slidenum">
              <a:rPr lang="en-IN" smtClean="0"/>
              <a:pPr/>
              <a:t>‹#›</a:t>
            </a:fld>
            <a:endParaRPr lang="en-IN"/>
          </a:p>
        </p:txBody>
      </p:sp>
    </p:spTree>
    <p:extLst>
      <p:ext uri="{BB962C8B-B14F-4D97-AF65-F5344CB8AC3E}">
        <p14:creationId xmlns:p14="http://schemas.microsoft.com/office/powerpoint/2010/main" val="14594288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5FA9C9-B407-BC41-1835-B1C59223EDA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5DAF6B6-5703-647E-52B0-2BAA320B85B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BFB675A-0A7B-1588-9423-B1907EA48F2F}"/>
              </a:ext>
            </a:extLst>
          </p:cNvPr>
          <p:cNvSpPr>
            <a:spLocks noGrp="1"/>
          </p:cNvSpPr>
          <p:nvPr>
            <p:ph type="dt" sz="half" idx="10"/>
          </p:nvPr>
        </p:nvSpPr>
        <p:spPr/>
        <p:txBody>
          <a:bodyPr/>
          <a:lstStyle/>
          <a:p>
            <a:fld id="{06B8A9CC-D65E-49FB-98D2-76C680EB99C7}" type="datetimeFigureOut">
              <a:rPr lang="en-IN" smtClean="0"/>
              <a:pPr/>
              <a:t>18-04-2026</a:t>
            </a:fld>
            <a:endParaRPr lang="en-IN"/>
          </a:p>
        </p:txBody>
      </p:sp>
      <p:sp>
        <p:nvSpPr>
          <p:cNvPr id="5" name="Footer Placeholder 4">
            <a:extLst>
              <a:ext uri="{FF2B5EF4-FFF2-40B4-BE49-F238E27FC236}">
                <a16:creationId xmlns:a16="http://schemas.microsoft.com/office/drawing/2014/main" id="{619F8C61-C23D-7B2B-E15D-184EADF0E9A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3BE60D9-FAC6-3194-03BE-28363E13D5E1}"/>
              </a:ext>
            </a:extLst>
          </p:cNvPr>
          <p:cNvSpPr>
            <a:spLocks noGrp="1"/>
          </p:cNvSpPr>
          <p:nvPr>
            <p:ph type="sldNum" sz="quarter" idx="12"/>
          </p:nvPr>
        </p:nvSpPr>
        <p:spPr/>
        <p:txBody>
          <a:bodyPr/>
          <a:lstStyle/>
          <a:p>
            <a:fld id="{219DC330-BEB7-4BFD-8255-C45D79DE7343}" type="slidenum">
              <a:rPr lang="en-IN" smtClean="0"/>
              <a:pPr/>
              <a:t>‹#›</a:t>
            </a:fld>
            <a:endParaRPr lang="en-IN"/>
          </a:p>
        </p:txBody>
      </p:sp>
    </p:spTree>
    <p:extLst>
      <p:ext uri="{BB962C8B-B14F-4D97-AF65-F5344CB8AC3E}">
        <p14:creationId xmlns:p14="http://schemas.microsoft.com/office/powerpoint/2010/main" val="10911791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BF8FF9-6F03-6BC3-4933-E598E69FFA8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B902C588-4E48-477E-37A4-E111A09C2B4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83B5269-94DF-91D9-5BDA-216E0670AB7A}"/>
              </a:ext>
            </a:extLst>
          </p:cNvPr>
          <p:cNvSpPr>
            <a:spLocks noGrp="1"/>
          </p:cNvSpPr>
          <p:nvPr>
            <p:ph type="dt" sz="half" idx="10"/>
          </p:nvPr>
        </p:nvSpPr>
        <p:spPr/>
        <p:txBody>
          <a:bodyPr/>
          <a:lstStyle/>
          <a:p>
            <a:fld id="{06B8A9CC-D65E-49FB-98D2-76C680EB99C7}" type="datetimeFigureOut">
              <a:rPr lang="en-IN" smtClean="0"/>
              <a:pPr/>
              <a:t>18-04-2026</a:t>
            </a:fld>
            <a:endParaRPr lang="en-IN"/>
          </a:p>
        </p:txBody>
      </p:sp>
      <p:sp>
        <p:nvSpPr>
          <p:cNvPr id="5" name="Footer Placeholder 4">
            <a:extLst>
              <a:ext uri="{FF2B5EF4-FFF2-40B4-BE49-F238E27FC236}">
                <a16:creationId xmlns:a16="http://schemas.microsoft.com/office/drawing/2014/main" id="{041643E5-D838-7195-7C0D-7C244E02D3E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A1619AC-B1E6-F428-8C33-A75D9D958AA5}"/>
              </a:ext>
            </a:extLst>
          </p:cNvPr>
          <p:cNvSpPr>
            <a:spLocks noGrp="1"/>
          </p:cNvSpPr>
          <p:nvPr>
            <p:ph type="sldNum" sz="quarter" idx="12"/>
          </p:nvPr>
        </p:nvSpPr>
        <p:spPr/>
        <p:txBody>
          <a:bodyPr/>
          <a:lstStyle/>
          <a:p>
            <a:fld id="{219DC330-BEB7-4BFD-8255-C45D79DE7343}" type="slidenum">
              <a:rPr lang="en-IN" smtClean="0"/>
              <a:pPr/>
              <a:t>‹#›</a:t>
            </a:fld>
            <a:endParaRPr lang="en-IN"/>
          </a:p>
        </p:txBody>
      </p:sp>
    </p:spTree>
    <p:extLst>
      <p:ext uri="{BB962C8B-B14F-4D97-AF65-F5344CB8AC3E}">
        <p14:creationId xmlns:p14="http://schemas.microsoft.com/office/powerpoint/2010/main" val="3264274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69CF7A-5B0A-3A0C-A07F-E73C16AD7BE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E203C2D-CC92-3C92-4BB6-3182575A933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5DB34A4F-25EA-4B4B-5BE8-0239804835C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8CEC5ADB-8F0A-AD5A-0CB8-D08C62E34E9F}"/>
              </a:ext>
            </a:extLst>
          </p:cNvPr>
          <p:cNvSpPr>
            <a:spLocks noGrp="1"/>
          </p:cNvSpPr>
          <p:nvPr>
            <p:ph type="dt" sz="half" idx="10"/>
          </p:nvPr>
        </p:nvSpPr>
        <p:spPr/>
        <p:txBody>
          <a:bodyPr/>
          <a:lstStyle/>
          <a:p>
            <a:fld id="{06B8A9CC-D65E-49FB-98D2-76C680EB99C7}" type="datetimeFigureOut">
              <a:rPr lang="en-IN" smtClean="0"/>
              <a:pPr/>
              <a:t>18-04-2026</a:t>
            </a:fld>
            <a:endParaRPr lang="en-IN"/>
          </a:p>
        </p:txBody>
      </p:sp>
      <p:sp>
        <p:nvSpPr>
          <p:cNvPr id="6" name="Footer Placeholder 5">
            <a:extLst>
              <a:ext uri="{FF2B5EF4-FFF2-40B4-BE49-F238E27FC236}">
                <a16:creationId xmlns:a16="http://schemas.microsoft.com/office/drawing/2014/main" id="{787FE3C5-3ECA-B0BE-E92D-34D9E0E70C7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9A50C63-F2D4-76B7-9C9B-8E8ECEACA083}"/>
              </a:ext>
            </a:extLst>
          </p:cNvPr>
          <p:cNvSpPr>
            <a:spLocks noGrp="1"/>
          </p:cNvSpPr>
          <p:nvPr>
            <p:ph type="sldNum" sz="quarter" idx="12"/>
          </p:nvPr>
        </p:nvSpPr>
        <p:spPr/>
        <p:txBody>
          <a:bodyPr/>
          <a:lstStyle/>
          <a:p>
            <a:fld id="{219DC330-BEB7-4BFD-8255-C45D79DE7343}" type="slidenum">
              <a:rPr lang="en-IN" smtClean="0"/>
              <a:pPr/>
              <a:t>‹#›</a:t>
            </a:fld>
            <a:endParaRPr lang="en-IN"/>
          </a:p>
        </p:txBody>
      </p:sp>
    </p:spTree>
    <p:extLst>
      <p:ext uri="{BB962C8B-B14F-4D97-AF65-F5344CB8AC3E}">
        <p14:creationId xmlns:p14="http://schemas.microsoft.com/office/powerpoint/2010/main" val="2493434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106FB2-8DDD-F109-3CE4-EA3458484C88}"/>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9B2E747-6D8B-DE04-B252-D0B4EE8E629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95F2F69-8D3D-65DB-8E16-9D20F817DFC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8B33E7F9-420D-E282-A9EB-E14D061F6FE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4E9D36A-B50E-5B8E-4547-D5D84C15E84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E0F2A972-F740-D446-6755-9FDB9EB6FCF0}"/>
              </a:ext>
            </a:extLst>
          </p:cNvPr>
          <p:cNvSpPr>
            <a:spLocks noGrp="1"/>
          </p:cNvSpPr>
          <p:nvPr>
            <p:ph type="dt" sz="half" idx="10"/>
          </p:nvPr>
        </p:nvSpPr>
        <p:spPr/>
        <p:txBody>
          <a:bodyPr/>
          <a:lstStyle/>
          <a:p>
            <a:fld id="{06B8A9CC-D65E-49FB-98D2-76C680EB99C7}" type="datetimeFigureOut">
              <a:rPr lang="en-IN" smtClean="0"/>
              <a:pPr/>
              <a:t>18-04-2026</a:t>
            </a:fld>
            <a:endParaRPr lang="en-IN"/>
          </a:p>
        </p:txBody>
      </p:sp>
      <p:sp>
        <p:nvSpPr>
          <p:cNvPr id="8" name="Footer Placeholder 7">
            <a:extLst>
              <a:ext uri="{FF2B5EF4-FFF2-40B4-BE49-F238E27FC236}">
                <a16:creationId xmlns:a16="http://schemas.microsoft.com/office/drawing/2014/main" id="{A814EE28-3708-E217-6942-380CF270D152}"/>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424A4CFA-EFD8-CF66-2A57-F583F27DD900}"/>
              </a:ext>
            </a:extLst>
          </p:cNvPr>
          <p:cNvSpPr>
            <a:spLocks noGrp="1"/>
          </p:cNvSpPr>
          <p:nvPr>
            <p:ph type="sldNum" sz="quarter" idx="12"/>
          </p:nvPr>
        </p:nvSpPr>
        <p:spPr/>
        <p:txBody>
          <a:bodyPr/>
          <a:lstStyle/>
          <a:p>
            <a:fld id="{219DC330-BEB7-4BFD-8255-C45D79DE7343}" type="slidenum">
              <a:rPr lang="en-IN" smtClean="0"/>
              <a:pPr/>
              <a:t>‹#›</a:t>
            </a:fld>
            <a:endParaRPr lang="en-IN"/>
          </a:p>
        </p:txBody>
      </p:sp>
    </p:spTree>
    <p:extLst>
      <p:ext uri="{BB962C8B-B14F-4D97-AF65-F5344CB8AC3E}">
        <p14:creationId xmlns:p14="http://schemas.microsoft.com/office/powerpoint/2010/main" val="26061216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FC9E5D-6B4E-D974-527B-6AFE998EC4F5}"/>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43B3A7C8-313E-E19D-B80A-1F515D1DC87F}"/>
              </a:ext>
            </a:extLst>
          </p:cNvPr>
          <p:cNvSpPr>
            <a:spLocks noGrp="1"/>
          </p:cNvSpPr>
          <p:nvPr>
            <p:ph type="dt" sz="half" idx="10"/>
          </p:nvPr>
        </p:nvSpPr>
        <p:spPr/>
        <p:txBody>
          <a:bodyPr/>
          <a:lstStyle/>
          <a:p>
            <a:fld id="{06B8A9CC-D65E-49FB-98D2-76C680EB99C7}" type="datetimeFigureOut">
              <a:rPr lang="en-IN" smtClean="0"/>
              <a:pPr/>
              <a:t>18-04-2026</a:t>
            </a:fld>
            <a:endParaRPr lang="en-IN"/>
          </a:p>
        </p:txBody>
      </p:sp>
      <p:sp>
        <p:nvSpPr>
          <p:cNvPr id="4" name="Footer Placeholder 3">
            <a:extLst>
              <a:ext uri="{FF2B5EF4-FFF2-40B4-BE49-F238E27FC236}">
                <a16:creationId xmlns:a16="http://schemas.microsoft.com/office/drawing/2014/main" id="{E849E93A-3D0A-AE64-B414-8D7A23997B8B}"/>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F6B9E5DB-60C9-A329-BE30-2F5CE446FC5C}"/>
              </a:ext>
            </a:extLst>
          </p:cNvPr>
          <p:cNvSpPr>
            <a:spLocks noGrp="1"/>
          </p:cNvSpPr>
          <p:nvPr>
            <p:ph type="sldNum" sz="quarter" idx="12"/>
          </p:nvPr>
        </p:nvSpPr>
        <p:spPr/>
        <p:txBody>
          <a:bodyPr/>
          <a:lstStyle/>
          <a:p>
            <a:fld id="{219DC330-BEB7-4BFD-8255-C45D79DE7343}" type="slidenum">
              <a:rPr lang="en-IN" smtClean="0"/>
              <a:pPr/>
              <a:t>‹#›</a:t>
            </a:fld>
            <a:endParaRPr lang="en-IN"/>
          </a:p>
        </p:txBody>
      </p:sp>
    </p:spTree>
    <p:extLst>
      <p:ext uri="{BB962C8B-B14F-4D97-AF65-F5344CB8AC3E}">
        <p14:creationId xmlns:p14="http://schemas.microsoft.com/office/powerpoint/2010/main" val="41057130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2A5B2FC-931D-CD6A-3F16-599F3667CF69}"/>
              </a:ext>
            </a:extLst>
          </p:cNvPr>
          <p:cNvSpPr>
            <a:spLocks noGrp="1"/>
          </p:cNvSpPr>
          <p:nvPr>
            <p:ph type="dt" sz="half" idx="10"/>
          </p:nvPr>
        </p:nvSpPr>
        <p:spPr/>
        <p:txBody>
          <a:bodyPr/>
          <a:lstStyle/>
          <a:p>
            <a:fld id="{06B8A9CC-D65E-49FB-98D2-76C680EB99C7}" type="datetimeFigureOut">
              <a:rPr lang="en-IN" smtClean="0"/>
              <a:pPr/>
              <a:t>18-04-2026</a:t>
            </a:fld>
            <a:endParaRPr lang="en-IN"/>
          </a:p>
        </p:txBody>
      </p:sp>
      <p:sp>
        <p:nvSpPr>
          <p:cNvPr id="3" name="Footer Placeholder 2">
            <a:extLst>
              <a:ext uri="{FF2B5EF4-FFF2-40B4-BE49-F238E27FC236}">
                <a16:creationId xmlns:a16="http://schemas.microsoft.com/office/drawing/2014/main" id="{13A58EEF-E7C0-79EE-1747-CFD60FE3868C}"/>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EEEA140C-9F29-2B7B-E92F-7BCE310289DD}"/>
              </a:ext>
            </a:extLst>
          </p:cNvPr>
          <p:cNvSpPr>
            <a:spLocks noGrp="1"/>
          </p:cNvSpPr>
          <p:nvPr>
            <p:ph type="sldNum" sz="quarter" idx="12"/>
          </p:nvPr>
        </p:nvSpPr>
        <p:spPr/>
        <p:txBody>
          <a:bodyPr/>
          <a:lstStyle/>
          <a:p>
            <a:fld id="{219DC330-BEB7-4BFD-8255-C45D79DE7343}" type="slidenum">
              <a:rPr lang="en-IN" smtClean="0"/>
              <a:pPr/>
              <a:t>‹#›</a:t>
            </a:fld>
            <a:endParaRPr lang="en-IN"/>
          </a:p>
        </p:txBody>
      </p:sp>
    </p:spTree>
    <p:extLst>
      <p:ext uri="{BB962C8B-B14F-4D97-AF65-F5344CB8AC3E}">
        <p14:creationId xmlns:p14="http://schemas.microsoft.com/office/powerpoint/2010/main" val="38130283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2B9AE1-C05D-5A2E-8FDA-D80D47109B9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2B2AA048-1FC1-1B5E-D9F1-C02017274F8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248AFD2F-CADB-C5B0-0532-7C4D503547F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0AB10D6-27CC-C0A4-B4BF-88086432F314}"/>
              </a:ext>
            </a:extLst>
          </p:cNvPr>
          <p:cNvSpPr>
            <a:spLocks noGrp="1"/>
          </p:cNvSpPr>
          <p:nvPr>
            <p:ph type="dt" sz="half" idx="10"/>
          </p:nvPr>
        </p:nvSpPr>
        <p:spPr/>
        <p:txBody>
          <a:bodyPr/>
          <a:lstStyle/>
          <a:p>
            <a:fld id="{06B8A9CC-D65E-49FB-98D2-76C680EB99C7}" type="datetimeFigureOut">
              <a:rPr lang="en-IN" smtClean="0"/>
              <a:pPr/>
              <a:t>18-04-2026</a:t>
            </a:fld>
            <a:endParaRPr lang="en-IN"/>
          </a:p>
        </p:txBody>
      </p:sp>
      <p:sp>
        <p:nvSpPr>
          <p:cNvPr id="6" name="Footer Placeholder 5">
            <a:extLst>
              <a:ext uri="{FF2B5EF4-FFF2-40B4-BE49-F238E27FC236}">
                <a16:creationId xmlns:a16="http://schemas.microsoft.com/office/drawing/2014/main" id="{2335DF1A-6D2B-C73A-D02C-C647A30AC9B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589CB1E-0BA0-4703-BDAF-665E46210C23}"/>
              </a:ext>
            </a:extLst>
          </p:cNvPr>
          <p:cNvSpPr>
            <a:spLocks noGrp="1"/>
          </p:cNvSpPr>
          <p:nvPr>
            <p:ph type="sldNum" sz="quarter" idx="12"/>
          </p:nvPr>
        </p:nvSpPr>
        <p:spPr/>
        <p:txBody>
          <a:bodyPr/>
          <a:lstStyle/>
          <a:p>
            <a:fld id="{219DC330-BEB7-4BFD-8255-C45D79DE7343}" type="slidenum">
              <a:rPr lang="en-IN" smtClean="0"/>
              <a:pPr/>
              <a:t>‹#›</a:t>
            </a:fld>
            <a:endParaRPr lang="en-IN"/>
          </a:p>
        </p:txBody>
      </p:sp>
    </p:spTree>
    <p:extLst>
      <p:ext uri="{BB962C8B-B14F-4D97-AF65-F5344CB8AC3E}">
        <p14:creationId xmlns:p14="http://schemas.microsoft.com/office/powerpoint/2010/main" val="2842280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41CE0C-3B24-6000-07F7-8F9A0CE7972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1BC11C39-B499-9EEC-6053-CF452287718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B10E0A3A-35F2-1354-4079-F4B4807CCAB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4F9BCA3-3E3B-09D7-C69D-9C910795F39F}"/>
              </a:ext>
            </a:extLst>
          </p:cNvPr>
          <p:cNvSpPr>
            <a:spLocks noGrp="1"/>
          </p:cNvSpPr>
          <p:nvPr>
            <p:ph type="dt" sz="half" idx="10"/>
          </p:nvPr>
        </p:nvSpPr>
        <p:spPr/>
        <p:txBody>
          <a:bodyPr/>
          <a:lstStyle/>
          <a:p>
            <a:fld id="{06B8A9CC-D65E-49FB-98D2-76C680EB99C7}" type="datetimeFigureOut">
              <a:rPr lang="en-IN" smtClean="0"/>
              <a:pPr/>
              <a:t>18-04-2026</a:t>
            </a:fld>
            <a:endParaRPr lang="en-IN"/>
          </a:p>
        </p:txBody>
      </p:sp>
      <p:sp>
        <p:nvSpPr>
          <p:cNvPr id="6" name="Footer Placeholder 5">
            <a:extLst>
              <a:ext uri="{FF2B5EF4-FFF2-40B4-BE49-F238E27FC236}">
                <a16:creationId xmlns:a16="http://schemas.microsoft.com/office/drawing/2014/main" id="{54DED0EF-184D-EBB4-3BBC-5BB25118225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57DFD2C-751E-3E76-CD49-C71021C9F6F9}"/>
              </a:ext>
            </a:extLst>
          </p:cNvPr>
          <p:cNvSpPr>
            <a:spLocks noGrp="1"/>
          </p:cNvSpPr>
          <p:nvPr>
            <p:ph type="sldNum" sz="quarter" idx="12"/>
          </p:nvPr>
        </p:nvSpPr>
        <p:spPr/>
        <p:txBody>
          <a:bodyPr/>
          <a:lstStyle/>
          <a:p>
            <a:fld id="{219DC330-BEB7-4BFD-8255-C45D79DE7343}" type="slidenum">
              <a:rPr lang="en-IN" smtClean="0"/>
              <a:pPr/>
              <a:t>‹#›</a:t>
            </a:fld>
            <a:endParaRPr lang="en-IN"/>
          </a:p>
        </p:txBody>
      </p:sp>
    </p:spTree>
    <p:extLst>
      <p:ext uri="{BB962C8B-B14F-4D97-AF65-F5344CB8AC3E}">
        <p14:creationId xmlns:p14="http://schemas.microsoft.com/office/powerpoint/2010/main" val="26925911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42487-D7C1-6710-F03C-DFF720812FE3}"/>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D374C18-A3E3-930E-E895-020EFE238EC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27C1865-8636-30BB-33BE-2B3B4321D389}"/>
              </a:ext>
            </a:extLst>
          </p:cNvPr>
          <p:cNvSpPr>
            <a:spLocks noGrp="1"/>
          </p:cNvSpPr>
          <p:nvPr>
            <p:ph type="dt" sz="half" idx="10"/>
          </p:nvPr>
        </p:nvSpPr>
        <p:spPr/>
        <p:txBody>
          <a:bodyPr/>
          <a:lstStyle/>
          <a:p>
            <a:fld id="{06B8A9CC-D65E-49FB-98D2-76C680EB99C7}" type="datetimeFigureOut">
              <a:rPr lang="en-IN" smtClean="0"/>
              <a:pPr/>
              <a:t>18-04-2026</a:t>
            </a:fld>
            <a:endParaRPr lang="en-IN"/>
          </a:p>
        </p:txBody>
      </p:sp>
      <p:sp>
        <p:nvSpPr>
          <p:cNvPr id="5" name="Footer Placeholder 4">
            <a:extLst>
              <a:ext uri="{FF2B5EF4-FFF2-40B4-BE49-F238E27FC236}">
                <a16:creationId xmlns:a16="http://schemas.microsoft.com/office/drawing/2014/main" id="{34AEEAAB-317B-DFCD-2DF0-372ADE30482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7C33C53-1F67-0B31-815B-6B7AFC5141FA}"/>
              </a:ext>
            </a:extLst>
          </p:cNvPr>
          <p:cNvSpPr>
            <a:spLocks noGrp="1"/>
          </p:cNvSpPr>
          <p:nvPr>
            <p:ph type="sldNum" sz="quarter" idx="12"/>
          </p:nvPr>
        </p:nvSpPr>
        <p:spPr/>
        <p:txBody>
          <a:bodyPr/>
          <a:lstStyle/>
          <a:p>
            <a:fld id="{219DC330-BEB7-4BFD-8255-C45D79DE7343}" type="slidenum">
              <a:rPr lang="en-IN" smtClean="0"/>
              <a:pPr/>
              <a:t>‹#›</a:t>
            </a:fld>
            <a:endParaRPr lang="en-IN"/>
          </a:p>
        </p:txBody>
      </p:sp>
    </p:spTree>
    <p:extLst>
      <p:ext uri="{BB962C8B-B14F-4D97-AF65-F5344CB8AC3E}">
        <p14:creationId xmlns:p14="http://schemas.microsoft.com/office/powerpoint/2010/main" val="1800086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EA0C3BA-2B54-647A-7DC5-84B96D66680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64D6645-7950-5011-A11F-348CF9ED781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3CF3CF9-9C8C-EE94-C829-D91724ABF40C}"/>
              </a:ext>
            </a:extLst>
          </p:cNvPr>
          <p:cNvSpPr>
            <a:spLocks noGrp="1"/>
          </p:cNvSpPr>
          <p:nvPr>
            <p:ph type="dt" sz="half" idx="10"/>
          </p:nvPr>
        </p:nvSpPr>
        <p:spPr/>
        <p:txBody>
          <a:bodyPr/>
          <a:lstStyle/>
          <a:p>
            <a:fld id="{06B8A9CC-D65E-49FB-98D2-76C680EB99C7}" type="datetimeFigureOut">
              <a:rPr lang="en-IN" smtClean="0"/>
              <a:pPr/>
              <a:t>18-04-2026</a:t>
            </a:fld>
            <a:endParaRPr lang="en-IN"/>
          </a:p>
        </p:txBody>
      </p:sp>
      <p:sp>
        <p:nvSpPr>
          <p:cNvPr id="5" name="Footer Placeholder 4">
            <a:extLst>
              <a:ext uri="{FF2B5EF4-FFF2-40B4-BE49-F238E27FC236}">
                <a16:creationId xmlns:a16="http://schemas.microsoft.com/office/drawing/2014/main" id="{D8901600-26D9-7196-6468-5BA381A8668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AA18AFA-D4CD-EDC8-1AA1-1BAE99A84009}"/>
              </a:ext>
            </a:extLst>
          </p:cNvPr>
          <p:cNvSpPr>
            <a:spLocks noGrp="1"/>
          </p:cNvSpPr>
          <p:nvPr>
            <p:ph type="sldNum" sz="quarter" idx="12"/>
          </p:nvPr>
        </p:nvSpPr>
        <p:spPr/>
        <p:txBody>
          <a:bodyPr/>
          <a:lstStyle/>
          <a:p>
            <a:fld id="{219DC330-BEB7-4BFD-8255-C45D79DE7343}" type="slidenum">
              <a:rPr lang="en-IN" smtClean="0"/>
              <a:pPr/>
              <a:t>‹#›</a:t>
            </a:fld>
            <a:endParaRPr lang="en-IN"/>
          </a:p>
        </p:txBody>
      </p:sp>
    </p:spTree>
    <p:extLst>
      <p:ext uri="{BB962C8B-B14F-4D97-AF65-F5344CB8AC3E}">
        <p14:creationId xmlns:p14="http://schemas.microsoft.com/office/powerpoint/2010/main" val="2388259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3A07391-E16A-27B9-EB45-B9263D92824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9D025C9-BC5D-991A-38B6-E78AF5E9F2B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EA0663E-C390-B4AE-680B-525F476FEF6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6B8A9CC-D65E-49FB-98D2-76C680EB99C7}" type="datetimeFigureOut">
              <a:rPr lang="en-IN" smtClean="0"/>
              <a:pPr/>
              <a:t>18-04-2026</a:t>
            </a:fld>
            <a:endParaRPr lang="en-IN"/>
          </a:p>
        </p:txBody>
      </p:sp>
      <p:sp>
        <p:nvSpPr>
          <p:cNvPr id="5" name="Footer Placeholder 4">
            <a:extLst>
              <a:ext uri="{FF2B5EF4-FFF2-40B4-BE49-F238E27FC236}">
                <a16:creationId xmlns:a16="http://schemas.microsoft.com/office/drawing/2014/main" id="{B66A4E9D-5662-1798-032C-22CE20E25FF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1DD40248-2852-D399-8805-67C49769442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19DC330-BEB7-4BFD-8255-C45D79DE7343}" type="slidenum">
              <a:rPr lang="en-IN" smtClean="0"/>
              <a:pPr/>
              <a:t>‹#›</a:t>
            </a:fld>
            <a:endParaRPr lang="en-IN"/>
          </a:p>
        </p:txBody>
      </p:sp>
    </p:spTree>
    <p:extLst>
      <p:ext uri="{BB962C8B-B14F-4D97-AF65-F5344CB8AC3E}">
        <p14:creationId xmlns:p14="http://schemas.microsoft.com/office/powerpoint/2010/main" val="695246473"/>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1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g"/><Relationship Id="rId1" Type="http://schemas.openxmlformats.org/officeDocument/2006/relationships/slideLayout" Target="../slideLayouts/slideLayout7.xml"/><Relationship Id="rId4" Type="http://schemas.openxmlformats.org/officeDocument/2006/relationships/image" Target="../media/image10.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3B4C5F-6A3D-BEF7-FA24-69A4923C52D4}"/>
              </a:ext>
            </a:extLst>
          </p:cNvPr>
          <p:cNvSpPr>
            <a:spLocks noGrp="1"/>
          </p:cNvSpPr>
          <p:nvPr>
            <p:ph type="ctrTitle"/>
          </p:nvPr>
        </p:nvSpPr>
        <p:spPr>
          <a:xfrm>
            <a:off x="1835238" y="1137281"/>
            <a:ext cx="9445157" cy="1881222"/>
          </a:xfrm>
        </p:spPr>
        <p:txBody>
          <a:bodyPr>
            <a:normAutofit fontScale="90000"/>
          </a:bodyPr>
          <a:lstStyle/>
          <a:p>
            <a:br>
              <a:rPr lang="en-IN" sz="2200" dirty="0">
                <a:solidFill>
                  <a:schemeClr val="tx1"/>
                </a:solidFill>
                <a:latin typeface="Times New Roman" panose="02020603050405020304" pitchFamily="18" charset="0"/>
                <a:cs typeface="Times New Roman" panose="02020603050405020304" pitchFamily="18" charset="0"/>
              </a:rPr>
            </a:br>
            <a:br>
              <a:rPr lang="en-IN" sz="2200" dirty="0">
                <a:solidFill>
                  <a:schemeClr val="tx1"/>
                </a:solidFill>
                <a:latin typeface="Times New Roman" panose="02020603050405020304" pitchFamily="18" charset="0"/>
                <a:cs typeface="Times New Roman" panose="02020603050405020304" pitchFamily="18" charset="0"/>
              </a:rPr>
            </a:br>
            <a:br>
              <a:rPr lang="en-IN" sz="2200" dirty="0">
                <a:solidFill>
                  <a:schemeClr val="tx1"/>
                </a:solidFill>
                <a:latin typeface="Times New Roman" panose="02020603050405020304" pitchFamily="18" charset="0"/>
                <a:cs typeface="Times New Roman" panose="02020603050405020304" pitchFamily="18" charset="0"/>
              </a:rPr>
            </a:br>
            <a:br>
              <a:rPr lang="en-IN" sz="2200" dirty="0">
                <a:solidFill>
                  <a:schemeClr val="tx1"/>
                </a:solidFill>
                <a:latin typeface="Times New Roman" panose="02020603050405020304" pitchFamily="18" charset="0"/>
                <a:cs typeface="Times New Roman" panose="02020603050405020304" pitchFamily="18" charset="0"/>
              </a:rPr>
            </a:br>
            <a:br>
              <a:rPr lang="en-IN" sz="2200" dirty="0">
                <a:solidFill>
                  <a:schemeClr val="tx1"/>
                </a:solidFill>
                <a:latin typeface="Times New Roman" panose="02020603050405020304" pitchFamily="18" charset="0"/>
                <a:cs typeface="Times New Roman" panose="02020603050405020304" pitchFamily="18" charset="0"/>
              </a:rPr>
            </a:br>
            <a:br>
              <a:rPr lang="en-IN" sz="2200" dirty="0">
                <a:solidFill>
                  <a:schemeClr val="tx1"/>
                </a:solidFill>
                <a:latin typeface="Times New Roman" panose="02020603050405020304" pitchFamily="18" charset="0"/>
                <a:cs typeface="Times New Roman" panose="02020603050405020304" pitchFamily="18" charset="0"/>
              </a:rPr>
            </a:br>
            <a:br>
              <a:rPr lang="en-IN" sz="2200" dirty="0">
                <a:solidFill>
                  <a:schemeClr val="tx1"/>
                </a:solidFill>
                <a:latin typeface="Times New Roman" panose="02020603050405020304" pitchFamily="18" charset="0"/>
                <a:cs typeface="Times New Roman" panose="02020603050405020304" pitchFamily="18" charset="0"/>
              </a:rPr>
            </a:br>
            <a:br>
              <a:rPr lang="en-IN" sz="2200" dirty="0">
                <a:solidFill>
                  <a:schemeClr val="tx1"/>
                </a:solidFill>
                <a:latin typeface="Times New Roman" panose="02020603050405020304" pitchFamily="18" charset="0"/>
                <a:cs typeface="Times New Roman" panose="02020603050405020304" pitchFamily="18" charset="0"/>
              </a:rPr>
            </a:br>
            <a:br>
              <a:rPr lang="en-IN" sz="2200" dirty="0">
                <a:solidFill>
                  <a:schemeClr val="tx1"/>
                </a:solidFill>
                <a:latin typeface="Times New Roman" panose="02020603050405020304" pitchFamily="18" charset="0"/>
                <a:cs typeface="Times New Roman" panose="02020603050405020304" pitchFamily="18" charset="0"/>
              </a:rPr>
            </a:br>
            <a:br>
              <a:rPr lang="en-IN" sz="2200" dirty="0">
                <a:solidFill>
                  <a:schemeClr val="tx1"/>
                </a:solidFill>
                <a:latin typeface="Times New Roman" panose="02020603050405020304" pitchFamily="18" charset="0"/>
                <a:cs typeface="Times New Roman" panose="02020603050405020304" pitchFamily="18" charset="0"/>
              </a:rPr>
            </a:br>
            <a:br>
              <a:rPr lang="en-IN" sz="2200" dirty="0">
                <a:solidFill>
                  <a:schemeClr val="tx1"/>
                </a:solidFill>
                <a:latin typeface="Times New Roman" panose="02020603050405020304" pitchFamily="18" charset="0"/>
                <a:cs typeface="Times New Roman" panose="02020603050405020304" pitchFamily="18" charset="0"/>
              </a:rPr>
            </a:br>
            <a:br>
              <a:rPr lang="en-IN" sz="2200" dirty="0">
                <a:solidFill>
                  <a:schemeClr val="tx1"/>
                </a:solidFill>
                <a:latin typeface="Times New Roman" panose="02020603050405020304" pitchFamily="18" charset="0"/>
                <a:cs typeface="Times New Roman" panose="02020603050405020304" pitchFamily="18" charset="0"/>
              </a:rPr>
            </a:br>
            <a:br>
              <a:rPr lang="en-IN" sz="2200" dirty="0">
                <a:solidFill>
                  <a:schemeClr val="tx1"/>
                </a:solidFill>
                <a:latin typeface="Times New Roman" panose="02020603050405020304" pitchFamily="18" charset="0"/>
                <a:cs typeface="Times New Roman" panose="02020603050405020304" pitchFamily="18" charset="0"/>
              </a:rPr>
            </a:br>
            <a:br>
              <a:rPr lang="en-IN" sz="2200" dirty="0">
                <a:solidFill>
                  <a:schemeClr val="tx1"/>
                </a:solidFill>
                <a:latin typeface="Times New Roman" panose="02020603050405020304" pitchFamily="18" charset="0"/>
                <a:cs typeface="Times New Roman" panose="02020603050405020304" pitchFamily="18" charset="0"/>
              </a:rPr>
            </a:br>
            <a:br>
              <a:rPr lang="en-IN" sz="2200" dirty="0">
                <a:solidFill>
                  <a:schemeClr val="tx1"/>
                </a:solidFill>
                <a:latin typeface="Times New Roman" panose="02020603050405020304" pitchFamily="18" charset="0"/>
                <a:cs typeface="Times New Roman" panose="02020603050405020304" pitchFamily="18" charset="0"/>
              </a:rPr>
            </a:br>
            <a:br>
              <a:rPr lang="en-IN" sz="6600" dirty="0">
                <a:latin typeface="Times New Roman" panose="02020603050405020304" pitchFamily="18" charset="0"/>
                <a:cs typeface="Times New Roman" panose="02020603050405020304" pitchFamily="18" charset="0"/>
              </a:rPr>
            </a:br>
            <a:endParaRPr lang="en-IN" dirty="0"/>
          </a:p>
        </p:txBody>
      </p:sp>
      <p:sp>
        <p:nvSpPr>
          <p:cNvPr id="3" name="Subtitle 2">
            <a:extLst>
              <a:ext uri="{FF2B5EF4-FFF2-40B4-BE49-F238E27FC236}">
                <a16:creationId xmlns:a16="http://schemas.microsoft.com/office/drawing/2014/main" id="{12DC7D9D-658F-1EF7-C21A-23B5B8B1B461}"/>
              </a:ext>
            </a:extLst>
          </p:cNvPr>
          <p:cNvSpPr>
            <a:spLocks noGrp="1"/>
          </p:cNvSpPr>
          <p:nvPr>
            <p:ph type="subTitle" idx="1"/>
          </p:nvPr>
        </p:nvSpPr>
        <p:spPr>
          <a:xfrm>
            <a:off x="304801" y="2644878"/>
            <a:ext cx="11755140" cy="3730756"/>
          </a:xfrm>
        </p:spPr>
        <p:txBody>
          <a:bodyPr>
            <a:normAutofit fontScale="25000" lnSpcReduction="20000"/>
          </a:bodyPr>
          <a:lstStyle/>
          <a:p>
            <a:r>
              <a:rPr lang="en-IN" sz="8600" b="1" dirty="0">
                <a:latin typeface="Times New Roman" panose="02020603050405020304" pitchFamily="18" charset="0"/>
                <a:cs typeface="Times New Roman" panose="02020603050405020304" pitchFamily="18" charset="0"/>
              </a:rPr>
              <a:t>POSTURE MONITORING SYSTEM USING ESP32</a:t>
            </a:r>
          </a:p>
          <a:p>
            <a:r>
              <a:rPr lang="en-IN" sz="8600" b="1" dirty="0">
                <a:latin typeface="Times New Roman" panose="02020603050405020304" pitchFamily="18" charset="0"/>
                <a:cs typeface="Times New Roman" panose="02020603050405020304" pitchFamily="18" charset="0"/>
              </a:rPr>
              <a:t>AND IMU SENSOR</a:t>
            </a:r>
          </a:p>
          <a:p>
            <a:pPr algn="l"/>
            <a:endParaRPr lang="en-IN" sz="2800" b="1" dirty="0">
              <a:latin typeface="Times New Roman" panose="02020603050405020304" pitchFamily="18" charset="0"/>
              <a:cs typeface="Times New Roman" panose="02020603050405020304" pitchFamily="18" charset="0"/>
            </a:endParaRPr>
          </a:p>
          <a:p>
            <a:pPr algn="l"/>
            <a:endParaRPr lang="en-IN" sz="2000" b="1" dirty="0">
              <a:latin typeface="Times New Roman" panose="02020603050405020304" pitchFamily="18" charset="0"/>
              <a:cs typeface="Times New Roman" panose="02020603050405020304" pitchFamily="18" charset="0"/>
            </a:endParaRPr>
          </a:p>
          <a:p>
            <a:pPr algn="l"/>
            <a:endParaRPr lang="en-IN" sz="2000" b="1" dirty="0">
              <a:latin typeface="Times New Roman" panose="02020603050405020304" pitchFamily="18" charset="0"/>
              <a:cs typeface="Times New Roman" panose="02020603050405020304" pitchFamily="18" charset="0"/>
            </a:endParaRPr>
          </a:p>
          <a:p>
            <a:pPr algn="l"/>
            <a:endParaRPr lang="en-IN" sz="2000" b="1" dirty="0">
              <a:latin typeface="Times New Roman" panose="02020603050405020304" pitchFamily="18" charset="0"/>
              <a:cs typeface="Times New Roman" panose="02020603050405020304" pitchFamily="18" charset="0"/>
            </a:endParaRPr>
          </a:p>
          <a:p>
            <a:pPr algn="l"/>
            <a:r>
              <a:rPr lang="en-IN" sz="6400" b="1" dirty="0">
                <a:latin typeface="Times New Roman" panose="02020603050405020304" pitchFamily="18" charset="0"/>
                <a:cs typeface="Times New Roman" panose="02020603050405020304" pitchFamily="18" charset="0"/>
              </a:rPr>
              <a:t>             UNDER THE ESTEEMED GUIDANCE OF :                                  SUBMITTED BY :</a:t>
            </a:r>
          </a:p>
          <a:p>
            <a:pPr algn="l"/>
            <a:r>
              <a:rPr lang="en-IN" sz="4500" b="1" dirty="0">
                <a:latin typeface="Times New Roman" panose="02020603050405020304" pitchFamily="18" charset="0"/>
                <a:cs typeface="Times New Roman" panose="02020603050405020304" pitchFamily="18" charset="0"/>
              </a:rPr>
              <a:t>               </a:t>
            </a:r>
            <a:r>
              <a:rPr lang="en-IN" sz="4800" b="1" dirty="0">
                <a:latin typeface="Times New Roman" panose="02020603050405020304" pitchFamily="18" charset="0"/>
                <a:cs typeface="Times New Roman" panose="02020603050405020304" pitchFamily="18" charset="0"/>
              </a:rPr>
              <a:t>  </a:t>
            </a:r>
            <a:r>
              <a:rPr lang="en-IN" sz="4800" b="1" dirty="0" err="1">
                <a:latin typeface="Times New Roman" panose="02020603050405020304" pitchFamily="18" charset="0"/>
                <a:cs typeface="Times New Roman" panose="02020603050405020304" pitchFamily="18" charset="0"/>
              </a:rPr>
              <a:t>Mr.C.</a:t>
            </a:r>
            <a:r>
              <a:rPr lang="en-IN" sz="6400" b="1" dirty="0" err="1">
                <a:latin typeface="Times New Roman" panose="02020603050405020304" pitchFamily="18" charset="0"/>
                <a:cs typeface="Times New Roman" panose="02020603050405020304" pitchFamily="18" charset="0"/>
              </a:rPr>
              <a:t>Ujwal</a:t>
            </a:r>
            <a:r>
              <a:rPr lang="en-IN" sz="6400" b="1" dirty="0">
                <a:solidFill>
                  <a:schemeClr val="tx1"/>
                </a:solidFill>
                <a:latin typeface="Times New Roman" panose="02020603050405020304" pitchFamily="18" charset="0"/>
                <a:cs typeface="Times New Roman" panose="02020603050405020304" pitchFamily="18" charset="0"/>
              </a:rPr>
              <a:t>                                                                                                        </a:t>
            </a:r>
            <a:r>
              <a:rPr lang="en-IN" sz="6400" dirty="0">
                <a:solidFill>
                  <a:schemeClr val="tx1"/>
                </a:solidFill>
                <a:latin typeface="Times New Roman" panose="02020603050405020304" pitchFamily="18" charset="0"/>
                <a:cs typeface="Times New Roman" panose="02020603050405020304" pitchFamily="18" charset="0"/>
              </a:rPr>
              <a:t>K. Shravyanjali - 24RP5A0413</a:t>
            </a:r>
          </a:p>
          <a:p>
            <a:pPr algn="l"/>
            <a:r>
              <a:rPr lang="en-IN" sz="6400" dirty="0">
                <a:latin typeface="Times New Roman" panose="02020603050405020304" pitchFamily="18" charset="0"/>
                <a:cs typeface="Times New Roman" panose="02020603050405020304" pitchFamily="18" charset="0"/>
              </a:rPr>
              <a:t>          </a:t>
            </a:r>
            <a:r>
              <a:rPr lang="en-IN" sz="6400" dirty="0">
                <a:solidFill>
                  <a:schemeClr val="tx1"/>
                </a:solidFill>
                <a:latin typeface="Times New Roman" panose="02020603050405020304" pitchFamily="18" charset="0"/>
                <a:cs typeface="Times New Roman" panose="02020603050405020304" pitchFamily="18" charset="0"/>
              </a:rPr>
              <a:t>        Department of ECE                                                                                    K. Kiranmai      - 24RP5A0414</a:t>
            </a:r>
          </a:p>
          <a:p>
            <a:pPr algn="l"/>
            <a:r>
              <a:rPr lang="en-IN" sz="6400" dirty="0">
                <a:latin typeface="Times New Roman" panose="02020603050405020304" pitchFamily="18" charset="0"/>
                <a:cs typeface="Times New Roman" panose="02020603050405020304" pitchFamily="18" charset="0"/>
              </a:rPr>
              <a:t>                                                                                                                                      P. Varshini         - 24RP5A0422</a:t>
            </a:r>
            <a:endParaRPr lang="en-IN" sz="6400" dirty="0">
              <a:solidFill>
                <a:schemeClr val="tx1"/>
              </a:solidFill>
              <a:latin typeface="Times New Roman" panose="02020603050405020304" pitchFamily="18" charset="0"/>
              <a:cs typeface="Times New Roman" panose="02020603050405020304" pitchFamily="18" charset="0"/>
            </a:endParaRPr>
          </a:p>
          <a:p>
            <a:pPr algn="l"/>
            <a:r>
              <a:rPr lang="en-IN" sz="4500" dirty="0">
                <a:latin typeface="Times New Roman" panose="02020603050405020304" pitchFamily="18" charset="0"/>
                <a:cs typeface="Times New Roman" panose="02020603050405020304" pitchFamily="18" charset="0"/>
              </a:rPr>
              <a:t>                                                                                                                                                                                                   </a:t>
            </a:r>
            <a:r>
              <a:rPr lang="en-IN" sz="6400" dirty="0">
                <a:latin typeface="Times New Roman" panose="02020603050405020304" pitchFamily="18" charset="0"/>
                <a:cs typeface="Times New Roman" panose="02020603050405020304" pitchFamily="18" charset="0"/>
              </a:rPr>
              <a:t>N. Akshitha         - 24RP5A0421</a:t>
            </a:r>
            <a:endParaRPr lang="en-IN" sz="6400" dirty="0">
              <a:solidFill>
                <a:schemeClr val="tx1"/>
              </a:solidFill>
              <a:latin typeface="Times New Roman" panose="02020603050405020304" pitchFamily="18" charset="0"/>
              <a:cs typeface="Times New Roman" panose="02020603050405020304" pitchFamily="18" charset="0"/>
            </a:endParaRPr>
          </a:p>
          <a:p>
            <a:pPr algn="l"/>
            <a:endParaRPr lang="en-IN" sz="2000" dirty="0">
              <a:solidFill>
                <a:schemeClr val="tx1"/>
              </a:solidFill>
              <a:latin typeface="Times New Roman" panose="02020603050405020304" pitchFamily="18" charset="0"/>
              <a:cs typeface="Times New Roman" panose="02020603050405020304" pitchFamily="18" charset="0"/>
            </a:endParaRPr>
          </a:p>
          <a:p>
            <a:pPr algn="l"/>
            <a:endParaRPr lang="en-IN" sz="2000" dirty="0">
              <a:solidFill>
                <a:schemeClr val="tx1"/>
              </a:solidFill>
              <a:latin typeface="Times New Roman" panose="02020603050405020304" pitchFamily="18" charset="0"/>
              <a:cs typeface="Times New Roman" panose="02020603050405020304" pitchFamily="18" charset="0"/>
            </a:endParaRPr>
          </a:p>
          <a:p>
            <a:pPr algn="l"/>
            <a:r>
              <a:rPr lang="en-IN" sz="2000" dirty="0">
                <a:solidFill>
                  <a:schemeClr val="tx1"/>
                </a:solidFill>
                <a:latin typeface="Times New Roman" panose="02020603050405020304" pitchFamily="18" charset="0"/>
                <a:cs typeface="Times New Roman" panose="02020603050405020304" pitchFamily="18" charset="0"/>
              </a:rPr>
              <a:t>  </a:t>
            </a:r>
            <a:endParaRPr lang="en-IN" sz="1600" dirty="0">
              <a:latin typeface="Times New Roman" panose="02020603050405020304" pitchFamily="18" charset="0"/>
              <a:cs typeface="Times New Roman" panose="02020603050405020304" pitchFamily="18" charset="0"/>
            </a:endParaRPr>
          </a:p>
          <a:p>
            <a:pPr algn="l"/>
            <a:endParaRPr lang="en-IN" sz="2000" b="1"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AB0CD0FA-00BC-DB42-8482-A91F0AB92773}"/>
              </a:ext>
            </a:extLst>
          </p:cNvPr>
          <p:cNvSpPr txBox="1"/>
          <p:nvPr/>
        </p:nvSpPr>
        <p:spPr>
          <a:xfrm>
            <a:off x="1643063" y="1339228"/>
            <a:ext cx="10548937" cy="1477328"/>
          </a:xfrm>
          <a:prstGeom prst="rect">
            <a:avLst/>
          </a:prstGeom>
          <a:noFill/>
        </p:spPr>
        <p:txBody>
          <a:bodyPr wrap="square" rtlCol="0">
            <a:spAutoFit/>
          </a:bodyPr>
          <a:lstStyle/>
          <a:p>
            <a:r>
              <a:rPr lang="en-IN" dirty="0"/>
              <a:t>                                                           </a:t>
            </a:r>
            <a:r>
              <a:rPr lang="en-IN" sz="2400" dirty="0">
                <a:latin typeface="Times New Roman" panose="02020603050405020304" pitchFamily="18" charset="0"/>
                <a:cs typeface="Times New Roman" panose="02020603050405020304" pitchFamily="18" charset="0"/>
              </a:rPr>
              <a:t>Department of </a:t>
            </a:r>
          </a:p>
          <a:p>
            <a:r>
              <a:rPr lang="en-IN" sz="2400" dirty="0">
                <a:latin typeface="Times New Roman" panose="02020603050405020304" pitchFamily="18" charset="0"/>
                <a:cs typeface="Times New Roman" panose="02020603050405020304" pitchFamily="18" charset="0"/>
              </a:rPr>
              <a:t>                        Electronics &amp; Communication Engineering</a:t>
            </a:r>
          </a:p>
          <a:p>
            <a:r>
              <a:rPr lang="en-IN" sz="2400" dirty="0">
                <a:latin typeface="Times New Roman" panose="02020603050405020304" pitchFamily="18" charset="0"/>
                <a:cs typeface="Times New Roman" panose="02020603050405020304" pitchFamily="18" charset="0"/>
              </a:rPr>
              <a:t>                                     A Mini Project on</a:t>
            </a:r>
          </a:p>
          <a:p>
            <a:r>
              <a:rPr lang="en-IN" dirty="0"/>
              <a:t>                        </a:t>
            </a:r>
          </a:p>
        </p:txBody>
      </p:sp>
      <p:pic>
        <p:nvPicPr>
          <p:cNvPr id="6" name="Picture 5">
            <a:extLst>
              <a:ext uri="{FF2B5EF4-FFF2-40B4-BE49-F238E27FC236}">
                <a16:creationId xmlns:a16="http://schemas.microsoft.com/office/drawing/2014/main" id="{3D2CBE38-7A2E-17CF-30C5-C5FB57BC892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55692" y="76851"/>
            <a:ext cx="9370031" cy="13324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866863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5DECB6-E74C-3240-C9E5-DC573535CC27}"/>
              </a:ext>
            </a:extLst>
          </p:cNvPr>
          <p:cNvSpPr>
            <a:spLocks noGrp="1"/>
          </p:cNvSpPr>
          <p:nvPr>
            <p:ph type="title"/>
          </p:nvPr>
        </p:nvSpPr>
        <p:spPr>
          <a:xfrm>
            <a:off x="3808602" y="365125"/>
            <a:ext cx="7545197" cy="1325563"/>
          </a:xfrm>
        </p:spPr>
        <p:txBody>
          <a:bodyPr>
            <a:normAutofit/>
          </a:bodyPr>
          <a:lstStyle/>
          <a:p>
            <a:r>
              <a:rPr lang="en-IN" sz="4000" b="1" dirty="0">
                <a:latin typeface="Times New Roman" panose="02020603050405020304" pitchFamily="18" charset="0"/>
                <a:cs typeface="Times New Roman" panose="02020603050405020304" pitchFamily="18" charset="0"/>
              </a:rPr>
              <a:t>CONTENTS</a:t>
            </a:r>
          </a:p>
        </p:txBody>
      </p:sp>
      <p:sp>
        <p:nvSpPr>
          <p:cNvPr id="3" name="Content Placeholder 2">
            <a:extLst>
              <a:ext uri="{FF2B5EF4-FFF2-40B4-BE49-F238E27FC236}">
                <a16:creationId xmlns:a16="http://schemas.microsoft.com/office/drawing/2014/main" id="{C19A6F39-FFF6-EF08-57DE-D0D483B6D448}"/>
              </a:ext>
            </a:extLst>
          </p:cNvPr>
          <p:cNvSpPr>
            <a:spLocks noGrp="1"/>
          </p:cNvSpPr>
          <p:nvPr>
            <p:ph idx="1"/>
          </p:nvPr>
        </p:nvSpPr>
        <p:spPr>
          <a:xfrm>
            <a:off x="1694576" y="1375795"/>
            <a:ext cx="9659224" cy="4261607"/>
          </a:xfrm>
        </p:spPr>
        <p:txBody>
          <a:bodyPr>
            <a:normAutofit/>
          </a:bodyPr>
          <a:lstStyle/>
          <a:p>
            <a:pPr marL="0" indent="0">
              <a:buNone/>
            </a:pPr>
            <a:endParaRPr lang="en-IN" sz="2400" dirty="0">
              <a:latin typeface="+mj-lt"/>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rPr>
              <a:t>Introduction</a:t>
            </a:r>
          </a:p>
          <a:p>
            <a:r>
              <a:rPr lang="en-IN" sz="2400" dirty="0">
                <a:latin typeface="Times New Roman" panose="02020603050405020304" pitchFamily="18" charset="0"/>
                <a:cs typeface="Times New Roman" panose="02020603050405020304" pitchFamily="18" charset="0"/>
              </a:rPr>
              <a:t>Objectives</a:t>
            </a:r>
          </a:p>
          <a:p>
            <a:r>
              <a:rPr lang="en-IN" sz="2400" dirty="0">
                <a:latin typeface="Times New Roman" panose="02020603050405020304" pitchFamily="18" charset="0"/>
                <a:cs typeface="Times New Roman" panose="02020603050405020304" pitchFamily="18" charset="0"/>
              </a:rPr>
              <a:t>Block diagram</a:t>
            </a:r>
          </a:p>
          <a:p>
            <a:r>
              <a:rPr lang="en-IN" sz="2400" dirty="0">
                <a:latin typeface="Times New Roman" panose="02020603050405020304" pitchFamily="18" charset="0"/>
                <a:cs typeface="Times New Roman" panose="02020603050405020304" pitchFamily="18" charset="0"/>
              </a:rPr>
              <a:t>Components</a:t>
            </a:r>
          </a:p>
          <a:p>
            <a:r>
              <a:rPr lang="en-IN" sz="2400" dirty="0">
                <a:latin typeface="Times New Roman" panose="02020603050405020304" pitchFamily="18" charset="0"/>
                <a:cs typeface="Times New Roman" panose="02020603050405020304" pitchFamily="18" charset="0"/>
              </a:rPr>
              <a:t>Advantages</a:t>
            </a:r>
          </a:p>
          <a:p>
            <a:r>
              <a:rPr lang="en-IN" sz="2400" dirty="0">
                <a:latin typeface="Times New Roman" panose="02020603050405020304" pitchFamily="18" charset="0"/>
                <a:cs typeface="Times New Roman" panose="02020603050405020304" pitchFamily="18" charset="0"/>
              </a:rPr>
              <a:t>Applications</a:t>
            </a:r>
          </a:p>
          <a:p>
            <a:r>
              <a:rPr lang="en-IN" sz="2400" dirty="0">
                <a:latin typeface="Times New Roman" panose="02020603050405020304" pitchFamily="18" charset="0"/>
                <a:cs typeface="Times New Roman" panose="02020603050405020304" pitchFamily="18" charset="0"/>
              </a:rPr>
              <a:t>Future Scope</a:t>
            </a:r>
          </a:p>
          <a:p>
            <a:r>
              <a:rPr lang="en-IN" sz="2400" dirty="0">
                <a:latin typeface="Times New Roman" panose="02020603050405020304" pitchFamily="18" charset="0"/>
                <a:cs typeface="Times New Roman" panose="02020603050405020304" pitchFamily="18" charset="0"/>
              </a:rPr>
              <a:t>Conclusion</a:t>
            </a:r>
          </a:p>
          <a:p>
            <a:pPr marL="0" indent="0">
              <a:buNone/>
            </a:pPr>
            <a:endParaRPr lang="en-IN" dirty="0">
              <a:latin typeface="Times New Roman" panose="02020603050405020304" pitchFamily="18" charset="0"/>
              <a:cs typeface="Times New Roman" panose="02020603050405020304" pitchFamily="18" charset="0"/>
            </a:endParaRPr>
          </a:p>
          <a:p>
            <a:pPr marL="0" indent="0">
              <a:buNone/>
            </a:pPr>
            <a:endParaRPr lang="en-IN" dirty="0">
              <a:latin typeface="Times New Roman" panose="02020603050405020304" pitchFamily="18" charset="0"/>
              <a:cs typeface="Times New Roman" panose="02020603050405020304" pitchFamily="18" charset="0"/>
            </a:endParaRPr>
          </a:p>
          <a:p>
            <a:pPr marL="0" indent="0">
              <a:buNone/>
            </a:pPr>
            <a:endParaRPr lang="en-IN" dirty="0">
              <a:latin typeface="Times New Roman" panose="02020603050405020304" pitchFamily="18" charset="0"/>
              <a:cs typeface="Times New Roman" panose="02020603050405020304" pitchFamily="18" charset="0"/>
            </a:endParaRPr>
          </a:p>
          <a:p>
            <a:pPr marL="0" indent="0">
              <a:buNone/>
            </a:pPr>
            <a:endParaRPr lang="en-IN" dirty="0">
              <a:latin typeface="Times New Roman" panose="02020603050405020304" pitchFamily="18" charset="0"/>
              <a:cs typeface="Times New Roman" panose="02020603050405020304" pitchFamily="18" charset="0"/>
            </a:endParaRPr>
          </a:p>
          <a:p>
            <a:pPr marL="0" indent="0">
              <a:buNone/>
            </a:pPr>
            <a:endParaRPr lang="en-IN"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6186766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24EF4A-3A94-AEC8-AF6A-B737CDE72529}"/>
              </a:ext>
            </a:extLst>
          </p:cNvPr>
          <p:cNvSpPr>
            <a:spLocks noGrp="1"/>
          </p:cNvSpPr>
          <p:nvPr>
            <p:ph type="title"/>
          </p:nvPr>
        </p:nvSpPr>
        <p:spPr>
          <a:xfrm>
            <a:off x="3649210" y="293512"/>
            <a:ext cx="5939407" cy="1325563"/>
          </a:xfrm>
        </p:spPr>
        <p:txBody>
          <a:bodyPr>
            <a:normAutofit/>
          </a:bodyPr>
          <a:lstStyle/>
          <a:p>
            <a:r>
              <a:rPr lang="en-IN" sz="4000" b="1" dirty="0">
                <a:latin typeface="Times New Roman" panose="02020603050405020304" pitchFamily="18" charset="0"/>
                <a:cs typeface="Times New Roman" panose="02020603050405020304" pitchFamily="18" charset="0"/>
              </a:rPr>
              <a:t>INTRODUTION</a:t>
            </a:r>
          </a:p>
        </p:txBody>
      </p:sp>
      <p:sp>
        <p:nvSpPr>
          <p:cNvPr id="3" name="Content Placeholder 2">
            <a:extLst>
              <a:ext uri="{FF2B5EF4-FFF2-40B4-BE49-F238E27FC236}">
                <a16:creationId xmlns:a16="http://schemas.microsoft.com/office/drawing/2014/main" id="{6BCF980C-BA3E-17EF-E8CA-15E37674083E}"/>
              </a:ext>
            </a:extLst>
          </p:cNvPr>
          <p:cNvSpPr>
            <a:spLocks noGrp="1"/>
          </p:cNvSpPr>
          <p:nvPr>
            <p:ph idx="1"/>
          </p:nvPr>
        </p:nvSpPr>
        <p:spPr>
          <a:xfrm>
            <a:off x="1417738" y="1619075"/>
            <a:ext cx="9303391" cy="4557888"/>
          </a:xfrm>
        </p:spPr>
        <p:txBody>
          <a:bodyPr>
            <a:normAutofit fontScale="77500" lnSpcReduction="20000"/>
          </a:bodyPr>
          <a:lstStyle/>
          <a:p>
            <a:pPr marL="0" indent="0" algn="just">
              <a:buNone/>
            </a:pPr>
            <a:r>
              <a:rPr lang="en-US" u="sng" dirty="0"/>
              <a:t>Importance of Posture</a:t>
            </a:r>
          </a:p>
          <a:p>
            <a:pPr algn="just"/>
            <a:r>
              <a:rPr lang="en-US" dirty="0"/>
              <a:t>Proper posture is essential for maintaining physical health, ensuring correct body alignment, and reducing stress on muscles and ligaments.</a:t>
            </a:r>
          </a:p>
          <a:p>
            <a:pPr marL="0" indent="0" algn="just">
              <a:buNone/>
            </a:pPr>
            <a:r>
              <a:rPr lang="en-US" u="sng" dirty="0"/>
              <a:t>Problem Statement</a:t>
            </a:r>
          </a:p>
          <a:p>
            <a:pPr algn="just"/>
            <a:r>
              <a:rPr lang="en-US" dirty="0"/>
              <a:t>Increased use of digital devices and sedentary lifestyles lead to poor posture, causing issues like back pain, reduced productivity, and low concentration.</a:t>
            </a:r>
          </a:p>
          <a:p>
            <a:pPr marL="0" indent="0" algn="just">
              <a:buNone/>
            </a:pPr>
            <a:r>
              <a:rPr lang="en-US" u="sng" dirty="0"/>
              <a:t>Need for Solution</a:t>
            </a:r>
          </a:p>
          <a:p>
            <a:pPr algn="just"/>
            <a:r>
              <a:rPr lang="en-US" dirty="0"/>
              <a:t>Traditional methods like physiotherapy are costly and lack continuous monitoring, creating a need for an automated real-time posture tracking system.</a:t>
            </a:r>
          </a:p>
          <a:p>
            <a:pPr marL="0" indent="0" algn="just">
              <a:buNone/>
            </a:pPr>
            <a:r>
              <a:rPr lang="en-US" u="sng" dirty="0"/>
              <a:t>Proposed System Overview</a:t>
            </a:r>
          </a:p>
          <a:p>
            <a:pPr algn="just"/>
            <a:r>
              <a:rPr lang="en-US" dirty="0"/>
              <a:t>The system uses IMU sensors and a microcontroller to monitor posture continuously and provide instant feedback to correct improper posture.</a:t>
            </a:r>
            <a:endParaRPr lang="en-IN" dirty="0"/>
          </a:p>
        </p:txBody>
      </p:sp>
    </p:spTree>
    <p:extLst>
      <p:ext uri="{BB962C8B-B14F-4D97-AF65-F5344CB8AC3E}">
        <p14:creationId xmlns:p14="http://schemas.microsoft.com/office/powerpoint/2010/main" val="27405092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2F8D72-836B-206A-33D8-474347A5A76A}"/>
              </a:ext>
            </a:extLst>
          </p:cNvPr>
          <p:cNvSpPr>
            <a:spLocks noGrp="1"/>
          </p:cNvSpPr>
          <p:nvPr>
            <p:ph type="title"/>
          </p:nvPr>
        </p:nvSpPr>
        <p:spPr>
          <a:xfrm>
            <a:off x="3540154" y="365125"/>
            <a:ext cx="7813646" cy="1325563"/>
          </a:xfrm>
        </p:spPr>
        <p:txBody>
          <a:bodyPr>
            <a:normAutofit/>
          </a:bodyPr>
          <a:lstStyle/>
          <a:p>
            <a:r>
              <a:rPr lang="en-IN" sz="4000" b="1" dirty="0">
                <a:latin typeface="Times New Roman" panose="02020603050405020304" pitchFamily="18" charset="0"/>
                <a:cs typeface="Times New Roman" panose="02020603050405020304" pitchFamily="18" charset="0"/>
              </a:rPr>
              <a:t>OBJECTIVES</a:t>
            </a:r>
          </a:p>
        </p:txBody>
      </p:sp>
      <p:sp>
        <p:nvSpPr>
          <p:cNvPr id="3" name="Content Placeholder 2">
            <a:extLst>
              <a:ext uri="{FF2B5EF4-FFF2-40B4-BE49-F238E27FC236}">
                <a16:creationId xmlns:a16="http://schemas.microsoft.com/office/drawing/2014/main" id="{2103FC3D-BB85-6C9C-6C28-0122EBA80B25}"/>
              </a:ext>
            </a:extLst>
          </p:cNvPr>
          <p:cNvSpPr>
            <a:spLocks noGrp="1"/>
          </p:cNvSpPr>
          <p:nvPr>
            <p:ph idx="1"/>
          </p:nvPr>
        </p:nvSpPr>
        <p:spPr>
          <a:xfrm>
            <a:off x="1073790" y="1825625"/>
            <a:ext cx="9924177" cy="3669164"/>
          </a:xfrm>
        </p:spPr>
        <p:txBody>
          <a:bodyPr>
            <a:noAutofit/>
          </a:bodyPr>
          <a:lstStyle/>
          <a:p>
            <a:pPr marL="0" indent="0" algn="just">
              <a:buNone/>
            </a:pPr>
            <a:r>
              <a:rPr lang="en-US" sz="1600" dirty="0"/>
              <a:t> </a:t>
            </a:r>
            <a:r>
              <a:rPr lang="en-US" sz="2400" dirty="0"/>
              <a:t>The objective of this project is to develop a real-time posture monitoring system using an ESP32 microcontroller and an IMU sensor to continuously track body movements and orientation. The system aims to accurately detect incorrect posture and provide immediate feedback to the user through alerts, helping them correct their posture. Additionally, the project focuses on creating a low-cost, portable, and efficient solution that promotes healthy posture habits and prevents long-term health issues.</a:t>
            </a:r>
          </a:p>
          <a:p>
            <a:pPr marL="0" indent="0" algn="just">
              <a:buNone/>
            </a:pPr>
            <a:r>
              <a:rPr lang="en-US" sz="2400" dirty="0"/>
              <a:t>The system continuously observes the user’s body posture, detects deviations from correct alignment, and provides real-time alerts. It aims to improve user awareness, encourage healthy sitting habits, and reduce posture-related health problems.</a:t>
            </a:r>
            <a:endParaRPr lang="en-IN" sz="2400" dirty="0"/>
          </a:p>
        </p:txBody>
      </p:sp>
    </p:spTree>
    <p:extLst>
      <p:ext uri="{BB962C8B-B14F-4D97-AF65-F5344CB8AC3E}">
        <p14:creationId xmlns:p14="http://schemas.microsoft.com/office/powerpoint/2010/main" val="25533726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741C57-3509-2C5D-9CD5-B5699783F71B}"/>
              </a:ext>
            </a:extLst>
          </p:cNvPr>
          <p:cNvSpPr>
            <a:spLocks noGrp="1"/>
          </p:cNvSpPr>
          <p:nvPr>
            <p:ph type="title"/>
          </p:nvPr>
        </p:nvSpPr>
        <p:spPr>
          <a:xfrm>
            <a:off x="2785144" y="365125"/>
            <a:ext cx="7214533" cy="1325563"/>
          </a:xfrm>
        </p:spPr>
        <p:txBody>
          <a:bodyPr>
            <a:normAutofit/>
          </a:bodyPr>
          <a:lstStyle/>
          <a:p>
            <a:r>
              <a:rPr lang="en-IN" sz="4000" b="1" dirty="0">
                <a:latin typeface="Times New Roman" panose="02020603050405020304" pitchFamily="18" charset="0"/>
                <a:cs typeface="Times New Roman" panose="02020603050405020304" pitchFamily="18" charset="0"/>
              </a:rPr>
              <a:t>EXISTING METHOD.</a:t>
            </a:r>
          </a:p>
        </p:txBody>
      </p:sp>
      <p:sp>
        <p:nvSpPr>
          <p:cNvPr id="3" name="Content Placeholder 2">
            <a:extLst>
              <a:ext uri="{FF2B5EF4-FFF2-40B4-BE49-F238E27FC236}">
                <a16:creationId xmlns:a16="http://schemas.microsoft.com/office/drawing/2014/main" id="{4D605EE7-7149-0FBB-28A9-17B63A5D632D}"/>
              </a:ext>
            </a:extLst>
          </p:cNvPr>
          <p:cNvSpPr>
            <a:spLocks noGrp="1"/>
          </p:cNvSpPr>
          <p:nvPr>
            <p:ph idx="1"/>
          </p:nvPr>
        </p:nvSpPr>
        <p:spPr>
          <a:xfrm>
            <a:off x="1006678" y="1753299"/>
            <a:ext cx="9722841" cy="4423664"/>
          </a:xfrm>
        </p:spPr>
        <p:txBody>
          <a:bodyPr>
            <a:noAutofit/>
          </a:bodyPr>
          <a:lstStyle/>
          <a:p>
            <a:pPr marL="0" indent="0" algn="just">
              <a:buNone/>
            </a:pPr>
            <a:r>
              <a:rPr lang="en-US" sz="2000" dirty="0"/>
              <a:t>“Before our project, there were some existing methods to monitor posture.</a:t>
            </a:r>
          </a:p>
          <a:p>
            <a:pPr marL="0" indent="0" algn="just">
              <a:buNone/>
            </a:pPr>
            <a:r>
              <a:rPr lang="en-US" sz="2000" dirty="0"/>
              <a:t>One common method is manual observation, where people try to correct their posture by themselves using mirrors or by awareness. However, this is not effective because people cannot monitor continuously.</a:t>
            </a:r>
          </a:p>
          <a:p>
            <a:pPr marL="0" indent="0" algn="just">
              <a:buNone/>
            </a:pPr>
            <a:r>
              <a:rPr lang="en-US" sz="2000" dirty="0"/>
              <a:t>Another method is using basic wearable devices like posture belts. These devices help maintain posture, but they do not provide intelligent feedback or alerts.</a:t>
            </a:r>
          </a:p>
          <a:p>
            <a:pPr marL="0" indent="0" algn="just">
              <a:buNone/>
            </a:pPr>
            <a:r>
              <a:rPr lang="en-US" sz="2000" dirty="0"/>
              <a:t>Some advanced systems use camera-based monitoring, where posture is analyzed using image processing. But these systems are costly, require a fixed setup, and raise privacy concerns.</a:t>
            </a:r>
          </a:p>
          <a:p>
            <a:pPr marL="0" indent="0" algn="just">
              <a:buNone/>
            </a:pPr>
            <a:r>
              <a:rPr lang="en-US" sz="2000" dirty="0"/>
              <a:t>There are also simple sensor-based systems that use fixed threshold values, but they may not be very accurate and need proper calibration.</a:t>
            </a:r>
          </a:p>
          <a:p>
            <a:pPr marL="0" indent="0" algn="just">
              <a:buNone/>
            </a:pPr>
            <a:r>
              <a:rPr lang="en-US" sz="2000" dirty="0"/>
              <a:t>So, these existing methods have limitations such as a lack of real-time alerts, high cost, lower accuracy, and inconvenience.”</a:t>
            </a:r>
          </a:p>
        </p:txBody>
      </p:sp>
    </p:spTree>
    <p:extLst>
      <p:ext uri="{BB962C8B-B14F-4D97-AF65-F5344CB8AC3E}">
        <p14:creationId xmlns:p14="http://schemas.microsoft.com/office/powerpoint/2010/main" val="35057664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C02006-C220-00AA-C03C-AA39B5EA9B12}"/>
              </a:ext>
            </a:extLst>
          </p:cNvPr>
          <p:cNvSpPr>
            <a:spLocks noGrp="1"/>
          </p:cNvSpPr>
          <p:nvPr>
            <p:ph type="title"/>
          </p:nvPr>
        </p:nvSpPr>
        <p:spPr/>
        <p:txBody>
          <a:bodyPr/>
          <a:lstStyle/>
          <a:p>
            <a:r>
              <a:rPr lang="en-US" b="1" dirty="0"/>
              <a:t>                  PROPOSED METHOD</a:t>
            </a:r>
            <a:r>
              <a:rPr lang="en-US" dirty="0"/>
              <a:t>:</a:t>
            </a:r>
            <a:endParaRPr lang="en-IN" dirty="0"/>
          </a:p>
        </p:txBody>
      </p:sp>
      <p:sp>
        <p:nvSpPr>
          <p:cNvPr id="3" name="Content Placeholder 2">
            <a:extLst>
              <a:ext uri="{FF2B5EF4-FFF2-40B4-BE49-F238E27FC236}">
                <a16:creationId xmlns:a16="http://schemas.microsoft.com/office/drawing/2014/main" id="{AF551F25-0165-A75F-1787-BA87834CB1D7}"/>
              </a:ext>
            </a:extLst>
          </p:cNvPr>
          <p:cNvSpPr>
            <a:spLocks noGrp="1"/>
          </p:cNvSpPr>
          <p:nvPr>
            <p:ph idx="1"/>
          </p:nvPr>
        </p:nvSpPr>
        <p:spPr/>
        <p:txBody>
          <a:bodyPr/>
          <a:lstStyle/>
          <a:p>
            <a:r>
              <a:rPr lang="en-US" dirty="0"/>
              <a:t>The system uses an IMU sensor to collect real-time posture data (X, Y, Z axis).</a:t>
            </a:r>
          </a:p>
          <a:p>
            <a:r>
              <a:rPr lang="en-US" dirty="0"/>
              <a:t>Data is transmitted to ESP32 using I2C communication.</a:t>
            </a:r>
          </a:p>
          <a:p>
            <a:r>
              <a:rPr lang="en-US" dirty="0"/>
              <a:t>ESP32 processes the data using a trained machine learning model.</a:t>
            </a:r>
          </a:p>
          <a:p>
            <a:r>
              <a:rPr lang="en-US" dirty="0"/>
              <a:t>The model classifies posture as correct or incorrect.</a:t>
            </a:r>
          </a:p>
          <a:p>
            <a:r>
              <a:rPr lang="en-US" dirty="0"/>
              <a:t>If incorrect posture is detected, a buzzer alert is activated.</a:t>
            </a:r>
          </a:p>
          <a:p>
            <a:r>
              <a:rPr lang="en-US" dirty="0"/>
              <a:t>The system works in real-time and independently after programming.</a:t>
            </a:r>
            <a:endParaRPr lang="en-IN" dirty="0"/>
          </a:p>
        </p:txBody>
      </p:sp>
    </p:spTree>
    <p:extLst>
      <p:ext uri="{BB962C8B-B14F-4D97-AF65-F5344CB8AC3E}">
        <p14:creationId xmlns:p14="http://schemas.microsoft.com/office/powerpoint/2010/main" val="6160120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22DBCA-227A-2F67-C179-685EEC98C8C5}"/>
              </a:ext>
            </a:extLst>
          </p:cNvPr>
          <p:cNvSpPr>
            <a:spLocks noGrp="1"/>
          </p:cNvSpPr>
          <p:nvPr>
            <p:ph type="title"/>
          </p:nvPr>
        </p:nvSpPr>
        <p:spPr>
          <a:xfrm>
            <a:off x="3401038" y="365125"/>
            <a:ext cx="7952762" cy="1325563"/>
          </a:xfrm>
        </p:spPr>
        <p:txBody>
          <a:bodyPr/>
          <a:lstStyle/>
          <a:p>
            <a:r>
              <a:rPr lang="en-IN" b="1" dirty="0">
                <a:latin typeface="Times New Roman" panose="02020603050405020304" pitchFamily="18" charset="0"/>
                <a:cs typeface="Times New Roman" panose="02020603050405020304" pitchFamily="18" charset="0"/>
              </a:rPr>
              <a:t>BLOCK DIAGRAM</a:t>
            </a:r>
          </a:p>
        </p:txBody>
      </p:sp>
      <p:sp>
        <p:nvSpPr>
          <p:cNvPr id="5" name="Content Placeholder 4">
            <a:extLst>
              <a:ext uri="{FF2B5EF4-FFF2-40B4-BE49-F238E27FC236}">
                <a16:creationId xmlns:a16="http://schemas.microsoft.com/office/drawing/2014/main" id="{DEF3691F-10C7-5D71-8C09-131037843C5A}"/>
              </a:ext>
            </a:extLst>
          </p:cNvPr>
          <p:cNvSpPr>
            <a:spLocks noGrp="1"/>
          </p:cNvSpPr>
          <p:nvPr>
            <p:ph idx="1"/>
          </p:nvPr>
        </p:nvSpPr>
        <p:spPr>
          <a:xfrm>
            <a:off x="838200" y="1602658"/>
            <a:ext cx="10515600" cy="4660490"/>
          </a:xfrm>
        </p:spPr>
        <p:txBody>
          <a:bodyPr/>
          <a:lstStyle/>
          <a:p>
            <a:pPr marL="0" indent="0">
              <a:buNone/>
            </a:pPr>
            <a:endParaRPr lang="en-IN" dirty="0"/>
          </a:p>
        </p:txBody>
      </p:sp>
      <p:sp>
        <p:nvSpPr>
          <p:cNvPr id="6" name="Rectangle 5">
            <a:extLst>
              <a:ext uri="{FF2B5EF4-FFF2-40B4-BE49-F238E27FC236}">
                <a16:creationId xmlns:a16="http://schemas.microsoft.com/office/drawing/2014/main" id="{8EC8E024-0C3C-2BF6-B150-296696A7728F}"/>
              </a:ext>
            </a:extLst>
          </p:cNvPr>
          <p:cNvSpPr/>
          <p:nvPr/>
        </p:nvSpPr>
        <p:spPr>
          <a:xfrm>
            <a:off x="4141683" y="1825625"/>
            <a:ext cx="3235736" cy="41613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POWER SUPPLY</a:t>
            </a:r>
          </a:p>
        </p:txBody>
      </p:sp>
      <p:sp>
        <p:nvSpPr>
          <p:cNvPr id="7" name="Rectangle 6">
            <a:extLst>
              <a:ext uri="{FF2B5EF4-FFF2-40B4-BE49-F238E27FC236}">
                <a16:creationId xmlns:a16="http://schemas.microsoft.com/office/drawing/2014/main" id="{AB61D63E-C87B-9DC0-735E-975B80A07F49}"/>
              </a:ext>
            </a:extLst>
          </p:cNvPr>
          <p:cNvSpPr/>
          <p:nvPr/>
        </p:nvSpPr>
        <p:spPr>
          <a:xfrm>
            <a:off x="4102354" y="2438399"/>
            <a:ext cx="3235736" cy="432619"/>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IMU SENSOR</a:t>
            </a:r>
          </a:p>
        </p:txBody>
      </p:sp>
      <p:sp>
        <p:nvSpPr>
          <p:cNvPr id="8" name="Rectangle 7">
            <a:extLst>
              <a:ext uri="{FF2B5EF4-FFF2-40B4-BE49-F238E27FC236}">
                <a16:creationId xmlns:a16="http://schemas.microsoft.com/office/drawing/2014/main" id="{35E73B6C-ADB2-5576-6707-2B7F03955773}"/>
              </a:ext>
            </a:extLst>
          </p:cNvPr>
          <p:cNvSpPr/>
          <p:nvPr/>
        </p:nvSpPr>
        <p:spPr>
          <a:xfrm>
            <a:off x="4141683" y="3185650"/>
            <a:ext cx="3235736" cy="432619"/>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ESP32 MICROCONTROLLER</a:t>
            </a:r>
          </a:p>
        </p:txBody>
      </p:sp>
      <p:sp>
        <p:nvSpPr>
          <p:cNvPr id="9" name="Rectangle 8">
            <a:extLst>
              <a:ext uri="{FF2B5EF4-FFF2-40B4-BE49-F238E27FC236}">
                <a16:creationId xmlns:a16="http://schemas.microsoft.com/office/drawing/2014/main" id="{3A9E0EDA-67FC-25DA-F80B-5C52107102E2}"/>
              </a:ext>
            </a:extLst>
          </p:cNvPr>
          <p:cNvSpPr/>
          <p:nvPr/>
        </p:nvSpPr>
        <p:spPr>
          <a:xfrm>
            <a:off x="2005781" y="4385187"/>
            <a:ext cx="2821858" cy="580103"/>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Posture detection algorithm</a:t>
            </a:r>
          </a:p>
        </p:txBody>
      </p:sp>
      <p:sp>
        <p:nvSpPr>
          <p:cNvPr id="10" name="Rectangle 9">
            <a:extLst>
              <a:ext uri="{FF2B5EF4-FFF2-40B4-BE49-F238E27FC236}">
                <a16:creationId xmlns:a16="http://schemas.microsoft.com/office/drawing/2014/main" id="{A7A86A83-B8E4-0344-98CA-BC66D1E87F23}"/>
              </a:ext>
            </a:extLst>
          </p:cNvPr>
          <p:cNvSpPr/>
          <p:nvPr/>
        </p:nvSpPr>
        <p:spPr>
          <a:xfrm>
            <a:off x="8141110" y="4385187"/>
            <a:ext cx="2585884" cy="580103"/>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Wi-fi / Bluetooth module</a:t>
            </a:r>
          </a:p>
        </p:txBody>
      </p:sp>
      <p:sp>
        <p:nvSpPr>
          <p:cNvPr id="11" name="Rectangle 10">
            <a:extLst>
              <a:ext uri="{FF2B5EF4-FFF2-40B4-BE49-F238E27FC236}">
                <a16:creationId xmlns:a16="http://schemas.microsoft.com/office/drawing/2014/main" id="{5B327FAF-3E1D-04DA-8BC4-CBB99D7FB240}"/>
              </a:ext>
            </a:extLst>
          </p:cNvPr>
          <p:cNvSpPr/>
          <p:nvPr/>
        </p:nvSpPr>
        <p:spPr>
          <a:xfrm>
            <a:off x="2005781" y="5417574"/>
            <a:ext cx="2821858" cy="580103"/>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Alert system (buzzer/LED)</a:t>
            </a:r>
          </a:p>
        </p:txBody>
      </p:sp>
      <p:sp>
        <p:nvSpPr>
          <p:cNvPr id="12" name="Rectangle 11">
            <a:extLst>
              <a:ext uri="{FF2B5EF4-FFF2-40B4-BE49-F238E27FC236}">
                <a16:creationId xmlns:a16="http://schemas.microsoft.com/office/drawing/2014/main" id="{330B2E8D-E215-7BE2-7889-93C0823B9400}"/>
              </a:ext>
            </a:extLst>
          </p:cNvPr>
          <p:cNvSpPr/>
          <p:nvPr/>
        </p:nvSpPr>
        <p:spPr>
          <a:xfrm>
            <a:off x="8229600" y="5417574"/>
            <a:ext cx="2497394" cy="580103"/>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Mobile app / Cloud data</a:t>
            </a:r>
          </a:p>
        </p:txBody>
      </p:sp>
      <p:cxnSp>
        <p:nvCxnSpPr>
          <p:cNvPr id="14" name="Straight Arrow Connector 13">
            <a:extLst>
              <a:ext uri="{FF2B5EF4-FFF2-40B4-BE49-F238E27FC236}">
                <a16:creationId xmlns:a16="http://schemas.microsoft.com/office/drawing/2014/main" id="{6E6BD50C-D069-44A0-03E4-C0D5260753CF}"/>
              </a:ext>
            </a:extLst>
          </p:cNvPr>
          <p:cNvCxnSpPr/>
          <p:nvPr/>
        </p:nvCxnSpPr>
        <p:spPr>
          <a:xfrm>
            <a:off x="5545394" y="2241755"/>
            <a:ext cx="0" cy="2556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E25A05FD-542B-D84B-5AEB-25DAEA8BBE4B}"/>
              </a:ext>
            </a:extLst>
          </p:cNvPr>
          <p:cNvCxnSpPr/>
          <p:nvPr/>
        </p:nvCxnSpPr>
        <p:spPr>
          <a:xfrm>
            <a:off x="5545394" y="2871018"/>
            <a:ext cx="0" cy="3146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DF62E90F-A1FE-AF00-73CC-118976264357}"/>
              </a:ext>
            </a:extLst>
          </p:cNvPr>
          <p:cNvCxnSpPr/>
          <p:nvPr/>
        </p:nvCxnSpPr>
        <p:spPr>
          <a:xfrm>
            <a:off x="5545394" y="3696492"/>
            <a:ext cx="0" cy="30480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B86547EF-2B78-E66A-6C68-A080755C67E4}"/>
              </a:ext>
            </a:extLst>
          </p:cNvPr>
          <p:cNvCxnSpPr/>
          <p:nvPr/>
        </p:nvCxnSpPr>
        <p:spPr>
          <a:xfrm>
            <a:off x="2998838" y="4001294"/>
            <a:ext cx="6194323"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213FD5E9-4734-B9A3-DAAE-112AC370590F}"/>
              </a:ext>
            </a:extLst>
          </p:cNvPr>
          <p:cNvCxnSpPr/>
          <p:nvPr/>
        </p:nvCxnSpPr>
        <p:spPr>
          <a:xfrm>
            <a:off x="3048000" y="4001294"/>
            <a:ext cx="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AC5E4997-3F16-F1F3-3497-25EAC92DDF6A}"/>
              </a:ext>
            </a:extLst>
          </p:cNvPr>
          <p:cNvCxnSpPr/>
          <p:nvPr/>
        </p:nvCxnSpPr>
        <p:spPr>
          <a:xfrm>
            <a:off x="3008671" y="4001294"/>
            <a:ext cx="0" cy="38389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6D0D327F-39B6-8F62-5F19-525665E87F44}"/>
              </a:ext>
            </a:extLst>
          </p:cNvPr>
          <p:cNvCxnSpPr/>
          <p:nvPr/>
        </p:nvCxnSpPr>
        <p:spPr>
          <a:xfrm>
            <a:off x="9193161" y="4001294"/>
            <a:ext cx="0" cy="38389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FE0B039B-A92F-7843-9E81-2213B180DACD}"/>
              </a:ext>
            </a:extLst>
          </p:cNvPr>
          <p:cNvCxnSpPr/>
          <p:nvPr/>
        </p:nvCxnSpPr>
        <p:spPr>
          <a:xfrm>
            <a:off x="2998838" y="4965290"/>
            <a:ext cx="9833" cy="45228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F49F0E14-5D0D-9FC6-A082-C6201A0E6D4D}"/>
              </a:ext>
            </a:extLst>
          </p:cNvPr>
          <p:cNvCxnSpPr/>
          <p:nvPr/>
        </p:nvCxnSpPr>
        <p:spPr>
          <a:xfrm>
            <a:off x="9193161" y="4965290"/>
            <a:ext cx="0" cy="45228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349181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6036E5-E8D5-01F8-4AF8-6D0BDAAF3E45}"/>
              </a:ext>
            </a:extLst>
          </p:cNvPr>
          <p:cNvSpPr>
            <a:spLocks noGrp="1"/>
          </p:cNvSpPr>
          <p:nvPr>
            <p:ph type="title"/>
          </p:nvPr>
        </p:nvSpPr>
        <p:spPr>
          <a:xfrm>
            <a:off x="403123" y="974726"/>
            <a:ext cx="9488129" cy="391958"/>
          </a:xfrm>
        </p:spPr>
        <p:txBody>
          <a:bodyPr>
            <a:normAutofit fontScale="90000"/>
          </a:bodyPr>
          <a:lstStyle/>
          <a:p>
            <a:r>
              <a:rPr lang="en-IN" sz="4000" b="1" dirty="0">
                <a:latin typeface="Times New Roman" panose="02020603050405020304" pitchFamily="18" charset="0"/>
                <a:cs typeface="Times New Roman" panose="02020603050405020304" pitchFamily="18" charset="0"/>
              </a:rPr>
              <a:t>HARDWARE &amp; SOFTWARE COMPONENTS</a:t>
            </a:r>
          </a:p>
        </p:txBody>
      </p:sp>
      <p:sp>
        <p:nvSpPr>
          <p:cNvPr id="3" name="Content Placeholder 2">
            <a:extLst>
              <a:ext uri="{FF2B5EF4-FFF2-40B4-BE49-F238E27FC236}">
                <a16:creationId xmlns:a16="http://schemas.microsoft.com/office/drawing/2014/main" id="{FC3EB2A2-3885-540C-AD11-6912DA396948}"/>
              </a:ext>
            </a:extLst>
          </p:cNvPr>
          <p:cNvSpPr>
            <a:spLocks noGrp="1"/>
          </p:cNvSpPr>
          <p:nvPr>
            <p:ph idx="1"/>
          </p:nvPr>
        </p:nvSpPr>
        <p:spPr/>
        <p:txBody>
          <a:bodyPr/>
          <a:lstStyle/>
          <a:p>
            <a:r>
              <a:rPr lang="en-US" dirty="0"/>
              <a:t>ESP32 MICROCONTROLLER</a:t>
            </a:r>
          </a:p>
          <a:p>
            <a:r>
              <a:rPr lang="en-US" dirty="0"/>
              <a:t>IMU SENSOR </a:t>
            </a:r>
          </a:p>
          <a:p>
            <a:r>
              <a:rPr lang="en-US" dirty="0"/>
              <a:t>BUZZER</a:t>
            </a:r>
          </a:p>
          <a:p>
            <a:r>
              <a:rPr lang="en-US" dirty="0"/>
              <a:t>CONNECTING WIRES</a:t>
            </a:r>
          </a:p>
          <a:p>
            <a:r>
              <a:rPr lang="en-US" dirty="0"/>
              <a:t>DATASET</a:t>
            </a:r>
          </a:p>
          <a:p>
            <a:r>
              <a:rPr lang="en-US" dirty="0"/>
              <a:t>GOOGLE COLLAB</a:t>
            </a:r>
          </a:p>
          <a:p>
            <a:r>
              <a:rPr lang="en-US" dirty="0"/>
              <a:t>ARDUINO IDE </a:t>
            </a:r>
          </a:p>
          <a:p>
            <a:pPr marL="0" indent="0">
              <a:buNone/>
            </a:pPr>
            <a:endParaRPr lang="en-US" dirty="0"/>
          </a:p>
        </p:txBody>
      </p:sp>
    </p:spTree>
    <p:extLst>
      <p:ext uri="{BB962C8B-B14F-4D97-AF65-F5344CB8AC3E}">
        <p14:creationId xmlns:p14="http://schemas.microsoft.com/office/powerpoint/2010/main" val="8276898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0A60C9-8D63-D50E-95C0-67782889B8D3}"/>
              </a:ext>
            </a:extLst>
          </p:cNvPr>
          <p:cNvSpPr>
            <a:spLocks noGrp="1"/>
          </p:cNvSpPr>
          <p:nvPr>
            <p:ph type="title"/>
          </p:nvPr>
        </p:nvSpPr>
        <p:spPr>
          <a:xfrm>
            <a:off x="838200" y="365126"/>
            <a:ext cx="10515600" cy="759000"/>
          </a:xfrm>
        </p:spPr>
        <p:txBody>
          <a:bodyPr>
            <a:normAutofit/>
          </a:bodyPr>
          <a:lstStyle/>
          <a:p>
            <a:r>
              <a:rPr lang="en-US" sz="3200" dirty="0">
                <a:latin typeface="Times New Roman" panose="02020603050405020304" pitchFamily="18" charset="0"/>
                <a:cs typeface="Times New Roman" panose="02020603050405020304" pitchFamily="18" charset="0"/>
              </a:rPr>
              <a:t>ESP32 MICROCONTROLLER</a:t>
            </a:r>
            <a:r>
              <a:rPr lang="en-US" sz="3200" dirty="0"/>
              <a:t>:</a:t>
            </a:r>
            <a:endParaRPr lang="en-IN" sz="3200" dirty="0"/>
          </a:p>
        </p:txBody>
      </p:sp>
      <p:sp>
        <p:nvSpPr>
          <p:cNvPr id="4" name="Content Placeholder 3">
            <a:extLst>
              <a:ext uri="{FF2B5EF4-FFF2-40B4-BE49-F238E27FC236}">
                <a16:creationId xmlns:a16="http://schemas.microsoft.com/office/drawing/2014/main" id="{6F25C44D-5E86-8F0E-20D3-996E8AD38778}"/>
              </a:ext>
            </a:extLst>
          </p:cNvPr>
          <p:cNvSpPr>
            <a:spLocks noGrp="1"/>
          </p:cNvSpPr>
          <p:nvPr>
            <p:ph idx="1"/>
          </p:nvPr>
        </p:nvSpPr>
        <p:spPr>
          <a:xfrm>
            <a:off x="951451" y="1006680"/>
            <a:ext cx="6720281" cy="5170284"/>
          </a:xfrm>
        </p:spPr>
        <p:txBody>
          <a:bodyPr>
            <a:normAutofit fontScale="92500" lnSpcReduction="10000"/>
          </a:bodyPr>
          <a:lstStyle/>
          <a:p>
            <a:pPr marL="0" indent="0" algn="just">
              <a:buNone/>
            </a:pPr>
            <a:r>
              <a:rPr lang="en-US" sz="2600" dirty="0"/>
              <a:t>ESP32 has built-in wireless communication features, allowing the system to send data and alerts to mobile devices in real time.</a:t>
            </a:r>
          </a:p>
          <a:p>
            <a:pPr marL="0" indent="0" algn="just">
              <a:buNone/>
            </a:pPr>
            <a:r>
              <a:rPr lang="en-US" sz="2600" dirty="0"/>
              <a:t>It offers processing with low power consumption, making it suitable for continuous monitoring applications like posture detection.</a:t>
            </a:r>
          </a:p>
          <a:p>
            <a:pPr marL="0" indent="0">
              <a:buNone/>
            </a:pPr>
            <a:r>
              <a:rPr lang="en-US" sz="3200" dirty="0">
                <a:latin typeface="Times New Roman" panose="02020603050405020304" pitchFamily="18" charset="0"/>
                <a:cs typeface="Times New Roman" panose="02020603050405020304" pitchFamily="18" charset="0"/>
              </a:rPr>
              <a:t>IMU SENSOR:</a:t>
            </a:r>
          </a:p>
          <a:p>
            <a:pPr marL="0" indent="0">
              <a:buNone/>
            </a:pPr>
            <a:r>
              <a:rPr lang="en-US" sz="2600" dirty="0">
                <a:latin typeface="Times New Roman" panose="02020603050405020304" pitchFamily="18" charset="0"/>
                <a:cs typeface="Times New Roman" panose="02020603050405020304" pitchFamily="18" charset="0"/>
              </a:rPr>
              <a:t>The IMU sensor measures acceleration and angular velocity using an accelerometer and gyroscope, helping to detect body movement and posture accurately.</a:t>
            </a:r>
          </a:p>
          <a:p>
            <a:pPr marL="0" indent="0">
              <a:buNone/>
            </a:pPr>
            <a:r>
              <a:rPr lang="en-US" sz="2600" dirty="0">
                <a:latin typeface="Times New Roman" panose="02020603050405020304" pitchFamily="18" charset="0"/>
                <a:cs typeface="Times New Roman" panose="02020603050405020304" pitchFamily="18" charset="0"/>
              </a:rPr>
              <a:t>It continuously provides data about body position and tilt, enabling the system to monitor posture and identify incorrect alignment instantly.</a:t>
            </a:r>
          </a:p>
          <a:p>
            <a:endParaRPr lang="en-US" dirty="0">
              <a:latin typeface="Times New Roman" panose="02020603050405020304" pitchFamily="18" charset="0"/>
              <a:cs typeface="Times New Roman" panose="02020603050405020304" pitchFamily="18" charset="0"/>
            </a:endParaRPr>
          </a:p>
          <a:p>
            <a:endParaRPr lang="en-IN" dirty="0"/>
          </a:p>
        </p:txBody>
      </p:sp>
      <p:pic>
        <p:nvPicPr>
          <p:cNvPr id="6" name="Picture 5">
            <a:extLst>
              <a:ext uri="{FF2B5EF4-FFF2-40B4-BE49-F238E27FC236}">
                <a16:creationId xmlns:a16="http://schemas.microsoft.com/office/drawing/2014/main" id="{7CD2CB3A-59F4-AA14-9AB6-9A2A1DC8937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784984" y="845574"/>
            <a:ext cx="3777752" cy="2733368"/>
          </a:xfrm>
          <a:prstGeom prst="rect">
            <a:avLst/>
          </a:prstGeom>
        </p:spPr>
      </p:pic>
      <p:pic>
        <p:nvPicPr>
          <p:cNvPr id="9" name="Picture 8">
            <a:extLst>
              <a:ext uri="{FF2B5EF4-FFF2-40B4-BE49-F238E27FC236}">
                <a16:creationId xmlns:a16="http://schemas.microsoft.com/office/drawing/2014/main" id="{CA3967ED-B3C4-1A06-444F-798DFFA79B6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482348" y="3591822"/>
            <a:ext cx="4080388" cy="2300748"/>
          </a:xfrm>
          <a:prstGeom prst="rect">
            <a:avLst/>
          </a:prstGeom>
        </p:spPr>
      </p:pic>
    </p:spTree>
    <p:extLst>
      <p:ext uri="{BB962C8B-B14F-4D97-AF65-F5344CB8AC3E}">
        <p14:creationId xmlns:p14="http://schemas.microsoft.com/office/powerpoint/2010/main" val="15341329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1D6390-BD2A-0BFC-6967-DDC1468CB2A6}"/>
              </a:ext>
            </a:extLst>
          </p:cNvPr>
          <p:cNvSpPr>
            <a:spLocks noGrp="1"/>
          </p:cNvSpPr>
          <p:nvPr>
            <p:ph type="title"/>
          </p:nvPr>
        </p:nvSpPr>
        <p:spPr>
          <a:xfrm>
            <a:off x="838200" y="809743"/>
            <a:ext cx="10515600" cy="557664"/>
          </a:xfrm>
        </p:spPr>
        <p:txBody>
          <a:bodyPr>
            <a:normAutofit/>
          </a:bodyPr>
          <a:lstStyle/>
          <a:p>
            <a:r>
              <a:rPr lang="en-US" sz="3200" dirty="0">
                <a:latin typeface="Times New Roman" panose="02020603050405020304" pitchFamily="18" charset="0"/>
                <a:cs typeface="Times New Roman" panose="02020603050405020304" pitchFamily="18" charset="0"/>
              </a:rPr>
              <a:t>BUZZER:</a:t>
            </a:r>
            <a:endParaRPr lang="en-IN" sz="32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178E647-1CFC-B852-81C5-D8BD9238B75F}"/>
              </a:ext>
            </a:extLst>
          </p:cNvPr>
          <p:cNvSpPr>
            <a:spLocks noGrp="1"/>
          </p:cNvSpPr>
          <p:nvPr>
            <p:ph idx="1"/>
          </p:nvPr>
        </p:nvSpPr>
        <p:spPr>
          <a:xfrm>
            <a:off x="838200" y="1434517"/>
            <a:ext cx="7081007" cy="4742446"/>
          </a:xfrm>
        </p:spPr>
        <p:txBody>
          <a:bodyPr>
            <a:normAutofit/>
          </a:bodyPr>
          <a:lstStyle/>
          <a:p>
            <a:pPr marL="0" indent="0">
              <a:buNone/>
            </a:pPr>
            <a:r>
              <a:rPr lang="en-US" sz="3200" dirty="0">
                <a:latin typeface="Times New Roman" panose="02020603050405020304" pitchFamily="18" charset="0"/>
                <a:cs typeface="Times New Roman" panose="02020603050405020304" pitchFamily="18" charset="0"/>
              </a:rPr>
              <a:t>1. Provides an audible alert when incorrect posture is detected.</a:t>
            </a:r>
          </a:p>
          <a:p>
            <a:pPr marL="0" indent="0">
              <a:buNone/>
            </a:pPr>
            <a:r>
              <a:rPr lang="en-US" sz="3200" dirty="0">
                <a:latin typeface="Times New Roman" panose="02020603050405020304" pitchFamily="18" charset="0"/>
                <a:cs typeface="Times New Roman" panose="02020603050405020304" pitchFamily="18" charset="0"/>
              </a:rPr>
              <a:t>2. Helps the user take immediate corrective action.</a:t>
            </a:r>
          </a:p>
          <a:p>
            <a:pPr marL="0" indent="0">
              <a:buNone/>
            </a:pPr>
            <a:r>
              <a:rPr lang="en-US" sz="3200" dirty="0">
                <a:latin typeface="Times New Roman" panose="02020603050405020304" pitchFamily="18" charset="0"/>
                <a:cs typeface="Times New Roman" panose="02020603050405020304" pitchFamily="18" charset="0"/>
              </a:rPr>
              <a:t>CONNECTING WIRES :</a:t>
            </a:r>
          </a:p>
          <a:p>
            <a:pPr marL="0" indent="0">
              <a:buNone/>
            </a:pPr>
            <a:r>
              <a:rPr lang="en-US" sz="3200" dirty="0">
                <a:latin typeface="Times New Roman" panose="02020603050405020304" pitchFamily="18" charset="0"/>
                <a:cs typeface="Times New Roman" panose="02020603050405020304" pitchFamily="18" charset="0"/>
              </a:rPr>
              <a:t>1. Used to establish connections between all components in the system.</a:t>
            </a:r>
          </a:p>
          <a:p>
            <a:pPr marL="0" indent="0">
              <a:buNone/>
            </a:pPr>
            <a:r>
              <a:rPr lang="en-US" sz="3200" dirty="0">
                <a:latin typeface="Times New Roman" panose="02020603050405020304" pitchFamily="18" charset="0"/>
                <a:cs typeface="Times New Roman" panose="02020603050405020304" pitchFamily="18" charset="0"/>
              </a:rPr>
              <a:t>2. Ensure proper signal and power transmission for smooth operation.</a:t>
            </a:r>
          </a:p>
        </p:txBody>
      </p:sp>
      <p:pic>
        <p:nvPicPr>
          <p:cNvPr id="6" name="Picture 5">
            <a:extLst>
              <a:ext uri="{FF2B5EF4-FFF2-40B4-BE49-F238E27FC236}">
                <a16:creationId xmlns:a16="http://schemas.microsoft.com/office/drawing/2014/main" id="{030BFA53-40D6-FA34-2DA0-1DF41A7E256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38452" y="1017639"/>
            <a:ext cx="4333568" cy="2411361"/>
          </a:xfrm>
          <a:prstGeom prst="rect">
            <a:avLst/>
          </a:prstGeom>
        </p:spPr>
      </p:pic>
      <p:pic>
        <p:nvPicPr>
          <p:cNvPr id="8" name="Picture 7">
            <a:extLst>
              <a:ext uri="{FF2B5EF4-FFF2-40B4-BE49-F238E27FC236}">
                <a16:creationId xmlns:a16="http://schemas.microsoft.com/office/drawing/2014/main" id="{B9A9E9BA-B0A4-B13C-7445-D83F9578F81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728739" y="3805740"/>
            <a:ext cx="3333750" cy="2228850"/>
          </a:xfrm>
          <a:prstGeom prst="rect">
            <a:avLst/>
          </a:prstGeom>
        </p:spPr>
      </p:pic>
    </p:spTree>
    <p:extLst>
      <p:ext uri="{BB962C8B-B14F-4D97-AF65-F5344CB8AC3E}">
        <p14:creationId xmlns:p14="http://schemas.microsoft.com/office/powerpoint/2010/main" val="30906323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80D837-418B-CD63-C887-9BB71AC57F68}"/>
              </a:ext>
            </a:extLst>
          </p:cNvPr>
          <p:cNvSpPr>
            <a:spLocks noGrp="1"/>
          </p:cNvSpPr>
          <p:nvPr>
            <p:ph type="title"/>
          </p:nvPr>
        </p:nvSpPr>
        <p:spPr>
          <a:xfrm>
            <a:off x="838200" y="365126"/>
            <a:ext cx="10515600" cy="574442"/>
          </a:xfrm>
        </p:spPr>
        <p:txBody>
          <a:bodyPr>
            <a:normAutofit/>
          </a:bodyPr>
          <a:lstStyle/>
          <a:p>
            <a:r>
              <a:rPr lang="en-US" sz="3200" dirty="0">
                <a:latin typeface="Times New Roman" panose="02020603050405020304" pitchFamily="18" charset="0"/>
                <a:cs typeface="Times New Roman" panose="02020603050405020304" pitchFamily="18" charset="0"/>
              </a:rPr>
              <a:t>DATA SET &amp; GOOGLE COLLAB:</a:t>
            </a:r>
            <a:endParaRPr lang="en-IN" sz="32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8A5A241-D68A-1E9E-DD18-35A5450FF581}"/>
              </a:ext>
            </a:extLst>
          </p:cNvPr>
          <p:cNvSpPr>
            <a:spLocks noGrp="1"/>
          </p:cNvSpPr>
          <p:nvPr>
            <p:ph idx="1"/>
          </p:nvPr>
        </p:nvSpPr>
        <p:spPr>
          <a:xfrm>
            <a:off x="838201" y="1057013"/>
            <a:ext cx="7005506" cy="5119950"/>
          </a:xfrm>
        </p:spPr>
        <p:txBody>
          <a:bodyPr>
            <a:normAutofit fontScale="92500"/>
          </a:bodyPr>
          <a:lstStyle/>
          <a:p>
            <a:pPr marL="0" indent="0">
              <a:buNone/>
            </a:pPr>
            <a:r>
              <a:rPr lang="en-US" sz="2400" dirty="0"/>
              <a:t>The dataset consists of posture-related sensor data collected from the IMU sensor, which is used to train and test the system for accurate posture detection. Google </a:t>
            </a:r>
            <a:r>
              <a:rPr lang="en-US" sz="2400" dirty="0" err="1"/>
              <a:t>Colab</a:t>
            </a:r>
            <a:r>
              <a:rPr lang="en-US" sz="2400" dirty="0"/>
              <a:t> is used as a cloud-based platform to process, analyze, and build models using this data, allowing easy implementation without the need for high-end local computing resources.</a:t>
            </a:r>
          </a:p>
          <a:p>
            <a:pPr marL="0" indent="0">
              <a:buNone/>
            </a:pPr>
            <a:r>
              <a:rPr lang="en-US" sz="3200" dirty="0">
                <a:latin typeface="Times New Roman" panose="02020603050405020304" pitchFamily="18" charset="0"/>
                <a:cs typeface="Times New Roman" panose="02020603050405020304" pitchFamily="18" charset="0"/>
              </a:rPr>
              <a:t>ARDUINO IDE:</a:t>
            </a:r>
          </a:p>
          <a:p>
            <a:pPr marL="0" indent="0">
              <a:buNone/>
            </a:pPr>
            <a:r>
              <a:rPr lang="en-US" sz="2600" dirty="0">
                <a:latin typeface="Times New Roman" panose="02020603050405020304" pitchFamily="18" charset="0"/>
                <a:cs typeface="Times New Roman" panose="02020603050405020304" pitchFamily="18" charset="0"/>
              </a:rPr>
              <a:t>Arduino IDE provides a simple platform to write, compile, and upload code to the ESP32, making development easy even for beginners.</a:t>
            </a:r>
          </a:p>
          <a:p>
            <a:pPr marL="0" indent="0">
              <a:buNone/>
            </a:pPr>
            <a:r>
              <a:rPr lang="en-US" sz="2600" dirty="0">
                <a:latin typeface="Times New Roman" panose="02020603050405020304" pitchFamily="18" charset="0"/>
                <a:cs typeface="Times New Roman" panose="02020603050405020304" pitchFamily="18" charset="0"/>
              </a:rPr>
              <a:t>It offers a wide range of built-in libraries (for sensors like IMU) and tools for serial monitoring, which help in testing and debugging the system efficiently</a:t>
            </a:r>
            <a:r>
              <a:rPr lang="en-US" sz="3200" dirty="0">
                <a:latin typeface="Times New Roman" panose="02020603050405020304" pitchFamily="18" charset="0"/>
                <a:cs typeface="Times New Roman" panose="02020603050405020304" pitchFamily="18" charset="0"/>
              </a:rPr>
              <a:t>.</a:t>
            </a:r>
          </a:p>
        </p:txBody>
      </p:sp>
      <p:pic>
        <p:nvPicPr>
          <p:cNvPr id="6" name="Picture 5">
            <a:extLst>
              <a:ext uri="{FF2B5EF4-FFF2-40B4-BE49-F238E27FC236}">
                <a16:creationId xmlns:a16="http://schemas.microsoft.com/office/drawing/2014/main" id="{3A2708D4-1649-D953-248F-C6AC4AA72F9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36962" y="559156"/>
            <a:ext cx="3216837" cy="2567502"/>
          </a:xfrm>
          <a:prstGeom prst="rect">
            <a:avLst/>
          </a:prstGeom>
        </p:spPr>
      </p:pic>
      <p:pic>
        <p:nvPicPr>
          <p:cNvPr id="8" name="Picture 7">
            <a:extLst>
              <a:ext uri="{FF2B5EF4-FFF2-40B4-BE49-F238E27FC236}">
                <a16:creationId xmlns:a16="http://schemas.microsoft.com/office/drawing/2014/main" id="{4B397533-769B-F95D-D198-C877E260344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83793" y="3616988"/>
            <a:ext cx="3982065" cy="2664542"/>
          </a:xfrm>
          <a:prstGeom prst="rect">
            <a:avLst/>
          </a:prstGeom>
        </p:spPr>
      </p:pic>
    </p:spTree>
    <p:extLst>
      <p:ext uri="{BB962C8B-B14F-4D97-AF65-F5344CB8AC3E}">
        <p14:creationId xmlns:p14="http://schemas.microsoft.com/office/powerpoint/2010/main" val="17847454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94FCDCB-52BE-88D5-B5C6-69846B01A46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7506" y="813618"/>
            <a:ext cx="4135078" cy="2615382"/>
          </a:xfrm>
          <a:prstGeom prst="rect">
            <a:avLst/>
          </a:prstGeom>
        </p:spPr>
      </p:pic>
      <p:pic>
        <p:nvPicPr>
          <p:cNvPr id="16" name="Picture 15">
            <a:extLst>
              <a:ext uri="{FF2B5EF4-FFF2-40B4-BE49-F238E27FC236}">
                <a16:creationId xmlns:a16="http://schemas.microsoft.com/office/drawing/2014/main" id="{2185D93C-D927-77EA-E9AF-B7E74229708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98270" y="567813"/>
            <a:ext cx="5381008" cy="2706330"/>
          </a:xfrm>
          <a:prstGeom prst="rect">
            <a:avLst/>
          </a:prstGeom>
        </p:spPr>
      </p:pic>
      <p:pic>
        <p:nvPicPr>
          <p:cNvPr id="18" name="Picture 17">
            <a:extLst>
              <a:ext uri="{FF2B5EF4-FFF2-40B4-BE49-F238E27FC236}">
                <a16:creationId xmlns:a16="http://schemas.microsoft.com/office/drawing/2014/main" id="{AFE435F5-E99F-90F1-9DC8-CC445B77317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452352" y="3692013"/>
            <a:ext cx="5700252" cy="2905432"/>
          </a:xfrm>
          <a:prstGeom prst="rect">
            <a:avLst/>
          </a:prstGeom>
        </p:spPr>
      </p:pic>
    </p:spTree>
    <p:extLst>
      <p:ext uri="{BB962C8B-B14F-4D97-AF65-F5344CB8AC3E}">
        <p14:creationId xmlns:p14="http://schemas.microsoft.com/office/powerpoint/2010/main" val="42720168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7331FC-2702-7B0F-102E-6E8A6F161665}"/>
              </a:ext>
            </a:extLst>
          </p:cNvPr>
          <p:cNvSpPr>
            <a:spLocks noGrp="1"/>
          </p:cNvSpPr>
          <p:nvPr>
            <p:ph type="title"/>
          </p:nvPr>
        </p:nvSpPr>
        <p:spPr>
          <a:xfrm>
            <a:off x="3632432" y="365125"/>
            <a:ext cx="7721367" cy="817723"/>
          </a:xfrm>
        </p:spPr>
        <p:txBody>
          <a:bodyPr>
            <a:normAutofit/>
          </a:bodyPr>
          <a:lstStyle/>
          <a:p>
            <a:r>
              <a:rPr lang="en-IN" b="1" dirty="0">
                <a:latin typeface="Times New Roman" panose="02020603050405020304" pitchFamily="18" charset="0"/>
                <a:cs typeface="Times New Roman" panose="02020603050405020304" pitchFamily="18" charset="0"/>
              </a:rPr>
              <a:t>ADVANTAGES</a:t>
            </a:r>
          </a:p>
        </p:txBody>
      </p:sp>
      <p:sp>
        <p:nvSpPr>
          <p:cNvPr id="3" name="Content Placeholder 2">
            <a:extLst>
              <a:ext uri="{FF2B5EF4-FFF2-40B4-BE49-F238E27FC236}">
                <a16:creationId xmlns:a16="http://schemas.microsoft.com/office/drawing/2014/main" id="{B6F11091-3C7B-C2C6-CA67-5A528EEE6DAA}"/>
              </a:ext>
            </a:extLst>
          </p:cNvPr>
          <p:cNvSpPr>
            <a:spLocks noGrp="1"/>
          </p:cNvSpPr>
          <p:nvPr>
            <p:ph idx="1"/>
          </p:nvPr>
        </p:nvSpPr>
        <p:spPr>
          <a:xfrm>
            <a:off x="838200" y="1501629"/>
            <a:ext cx="10515600" cy="4675334"/>
          </a:xfrm>
        </p:spPr>
        <p:txBody>
          <a:bodyPr>
            <a:normAutofit/>
          </a:bodyPr>
          <a:lstStyle/>
          <a:p>
            <a:r>
              <a:rPr lang="en-US" sz="3200" dirty="0"/>
              <a:t>Improves posture habits through continuous monitoring</a:t>
            </a:r>
          </a:p>
          <a:p>
            <a:r>
              <a:rPr lang="en-US" sz="3200" dirty="0"/>
              <a:t>Helps prevent back pain and spinal problems</a:t>
            </a:r>
          </a:p>
          <a:p>
            <a:r>
              <a:rPr lang="en-US" sz="3200" dirty="0"/>
              <a:t>Provides real-time alerts for immediate correction</a:t>
            </a:r>
          </a:p>
          <a:p>
            <a:r>
              <a:rPr lang="en-US" sz="3200" dirty="0"/>
              <a:t>Low-cost and affordable solution</a:t>
            </a:r>
          </a:p>
          <a:p>
            <a:r>
              <a:rPr lang="en-US" sz="3200" dirty="0"/>
              <a:t>Portable and easy to use in daily life</a:t>
            </a:r>
          </a:p>
          <a:p>
            <a:r>
              <a:rPr lang="en-US" sz="3200" dirty="0"/>
              <a:t>Supports wireless connectivity (Wi-Fi/Bluetooth)</a:t>
            </a:r>
            <a:endParaRPr lang="en-IN" sz="3200" dirty="0"/>
          </a:p>
        </p:txBody>
      </p:sp>
    </p:spTree>
    <p:extLst>
      <p:ext uri="{BB962C8B-B14F-4D97-AF65-F5344CB8AC3E}">
        <p14:creationId xmlns:p14="http://schemas.microsoft.com/office/powerpoint/2010/main" val="12854580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2ADFEE-D557-C643-0910-F5353AE6C203}"/>
              </a:ext>
            </a:extLst>
          </p:cNvPr>
          <p:cNvSpPr>
            <a:spLocks noGrp="1"/>
          </p:cNvSpPr>
          <p:nvPr>
            <p:ph type="title"/>
          </p:nvPr>
        </p:nvSpPr>
        <p:spPr>
          <a:xfrm>
            <a:off x="3305262" y="365125"/>
            <a:ext cx="8048538" cy="1325563"/>
          </a:xfrm>
        </p:spPr>
        <p:txBody>
          <a:bodyPr>
            <a:normAutofit/>
          </a:bodyPr>
          <a:lstStyle/>
          <a:p>
            <a:r>
              <a:rPr lang="en-IN" sz="4000" b="1" dirty="0">
                <a:latin typeface="Times New Roman" panose="02020603050405020304" pitchFamily="18" charset="0"/>
                <a:cs typeface="Times New Roman" panose="02020603050405020304" pitchFamily="18" charset="0"/>
              </a:rPr>
              <a:t>APPLICATIONS</a:t>
            </a:r>
          </a:p>
        </p:txBody>
      </p:sp>
      <p:sp>
        <p:nvSpPr>
          <p:cNvPr id="3" name="Content Placeholder 2">
            <a:extLst>
              <a:ext uri="{FF2B5EF4-FFF2-40B4-BE49-F238E27FC236}">
                <a16:creationId xmlns:a16="http://schemas.microsoft.com/office/drawing/2014/main" id="{1030A3B0-06C4-0303-2500-A418AB3823C2}"/>
              </a:ext>
            </a:extLst>
          </p:cNvPr>
          <p:cNvSpPr>
            <a:spLocks noGrp="1"/>
          </p:cNvSpPr>
          <p:nvPr>
            <p:ph idx="1"/>
          </p:nvPr>
        </p:nvSpPr>
        <p:spPr>
          <a:xfrm>
            <a:off x="838200" y="1690688"/>
            <a:ext cx="10515600" cy="4486275"/>
          </a:xfrm>
        </p:spPr>
        <p:txBody>
          <a:bodyPr>
            <a:normAutofit/>
          </a:bodyPr>
          <a:lstStyle/>
          <a:p>
            <a:pPr marL="0" indent="0">
              <a:buNone/>
            </a:pPr>
            <a:endParaRPr lang="en-US" dirty="0"/>
          </a:p>
          <a:p>
            <a:r>
              <a:rPr lang="en-US" dirty="0"/>
              <a:t>Used by students to maintain proper posture</a:t>
            </a:r>
          </a:p>
          <a:p>
            <a:r>
              <a:rPr lang="en-US" dirty="0"/>
              <a:t>Helps office workers during long sitting hours</a:t>
            </a:r>
          </a:p>
          <a:p>
            <a:r>
              <a:rPr lang="en-US" dirty="0"/>
              <a:t>Useful in healthcare for posture monitoring</a:t>
            </a:r>
          </a:p>
          <a:p>
            <a:r>
              <a:rPr lang="en-US" dirty="0"/>
              <a:t>Applied in fitness and yoga training</a:t>
            </a:r>
          </a:p>
          <a:p>
            <a:r>
              <a:rPr lang="en-US" dirty="0"/>
              <a:t>Helps elderly people maintain body alignment</a:t>
            </a:r>
          </a:p>
          <a:p>
            <a:r>
              <a:rPr lang="en-US" dirty="0"/>
              <a:t>Used in wearable health devices</a:t>
            </a:r>
          </a:p>
          <a:p>
            <a:r>
              <a:rPr lang="en-US" dirty="0"/>
              <a:t>Supports physiotherapy and rehabilitation programs</a:t>
            </a:r>
            <a:endParaRPr lang="en-IN" dirty="0"/>
          </a:p>
        </p:txBody>
      </p:sp>
    </p:spTree>
    <p:extLst>
      <p:ext uri="{BB962C8B-B14F-4D97-AF65-F5344CB8AC3E}">
        <p14:creationId xmlns:p14="http://schemas.microsoft.com/office/powerpoint/2010/main" val="710844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896753-58D6-0F07-A642-F9FB450258F3}"/>
              </a:ext>
            </a:extLst>
          </p:cNvPr>
          <p:cNvSpPr>
            <a:spLocks noGrp="1"/>
          </p:cNvSpPr>
          <p:nvPr>
            <p:ph type="title"/>
          </p:nvPr>
        </p:nvSpPr>
        <p:spPr>
          <a:xfrm>
            <a:off x="3171039" y="138983"/>
            <a:ext cx="7936954" cy="1325563"/>
          </a:xfrm>
        </p:spPr>
        <p:txBody>
          <a:bodyPr>
            <a:normAutofit/>
          </a:bodyPr>
          <a:lstStyle/>
          <a:p>
            <a:r>
              <a:rPr lang="en-IN" sz="4000" b="1" dirty="0">
                <a:latin typeface="Times New Roman" panose="02020603050405020304" pitchFamily="18" charset="0"/>
                <a:cs typeface="Times New Roman" panose="02020603050405020304" pitchFamily="18" charset="0"/>
              </a:rPr>
              <a:t>FUTURE SCOPE</a:t>
            </a:r>
          </a:p>
        </p:txBody>
      </p:sp>
      <p:sp>
        <p:nvSpPr>
          <p:cNvPr id="3" name="Content Placeholder 2">
            <a:extLst>
              <a:ext uri="{FF2B5EF4-FFF2-40B4-BE49-F238E27FC236}">
                <a16:creationId xmlns:a16="http://schemas.microsoft.com/office/drawing/2014/main" id="{9BCC2789-CE2B-F50C-F037-D6DA765EBA42}"/>
              </a:ext>
            </a:extLst>
          </p:cNvPr>
          <p:cNvSpPr>
            <a:spLocks noGrp="1"/>
          </p:cNvSpPr>
          <p:nvPr>
            <p:ph idx="1"/>
          </p:nvPr>
        </p:nvSpPr>
        <p:spPr>
          <a:xfrm>
            <a:off x="1249960" y="1367406"/>
            <a:ext cx="9404058" cy="5134061"/>
          </a:xfrm>
        </p:spPr>
        <p:txBody>
          <a:bodyPr>
            <a:normAutofit/>
          </a:bodyPr>
          <a:lstStyle/>
          <a:p>
            <a:endParaRPr lang="en-IN" dirty="0">
              <a:cs typeface="Times New Roman" panose="02020603050405020304" pitchFamily="18" charset="0"/>
            </a:endParaRPr>
          </a:p>
          <a:p>
            <a:pPr marL="0" indent="0">
              <a:buNone/>
            </a:pPr>
            <a:r>
              <a:rPr lang="en-US" dirty="0">
                <a:cs typeface="Times New Roman" panose="02020603050405020304" pitchFamily="18" charset="0"/>
              </a:rPr>
              <a:t>The system can be enhanced by integrating mobile applications for real-time monitoring and data analysis, and by using AI/ML algorithms for more accurate posture prediction. It can also be developed into a smart wearable device with improved sensors and battery efficiency, making it more user-friendly and widely applicable in healthcare and fitness industries.</a:t>
            </a:r>
          </a:p>
        </p:txBody>
      </p:sp>
    </p:spTree>
    <p:extLst>
      <p:ext uri="{BB962C8B-B14F-4D97-AF65-F5344CB8AC3E}">
        <p14:creationId xmlns:p14="http://schemas.microsoft.com/office/powerpoint/2010/main" val="12237776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7169B5-C71B-58D7-3D9A-E45D08671F35}"/>
              </a:ext>
            </a:extLst>
          </p:cNvPr>
          <p:cNvSpPr>
            <a:spLocks noGrp="1"/>
          </p:cNvSpPr>
          <p:nvPr>
            <p:ph type="title"/>
          </p:nvPr>
        </p:nvSpPr>
        <p:spPr>
          <a:xfrm>
            <a:off x="3313650" y="365126"/>
            <a:ext cx="8040149" cy="1119726"/>
          </a:xfrm>
        </p:spPr>
        <p:txBody>
          <a:bodyPr>
            <a:normAutofit/>
          </a:bodyPr>
          <a:lstStyle/>
          <a:p>
            <a:r>
              <a:rPr lang="en-IN" sz="4000" b="1" dirty="0">
                <a:latin typeface="Times New Roman" panose="02020603050405020304" pitchFamily="18" charset="0"/>
                <a:cs typeface="Times New Roman" panose="02020603050405020304" pitchFamily="18" charset="0"/>
              </a:rPr>
              <a:t>CONCLUSION</a:t>
            </a:r>
          </a:p>
        </p:txBody>
      </p:sp>
      <p:sp>
        <p:nvSpPr>
          <p:cNvPr id="3" name="Content Placeholder 2">
            <a:extLst>
              <a:ext uri="{FF2B5EF4-FFF2-40B4-BE49-F238E27FC236}">
                <a16:creationId xmlns:a16="http://schemas.microsoft.com/office/drawing/2014/main" id="{D4E1BCE3-6DB7-59B1-0F3A-7F44CAD26901}"/>
              </a:ext>
            </a:extLst>
          </p:cNvPr>
          <p:cNvSpPr>
            <a:spLocks noGrp="1"/>
          </p:cNvSpPr>
          <p:nvPr>
            <p:ph idx="1"/>
          </p:nvPr>
        </p:nvSpPr>
        <p:spPr>
          <a:xfrm>
            <a:off x="955646" y="1484852"/>
            <a:ext cx="10008765" cy="4692112"/>
          </a:xfrm>
        </p:spPr>
        <p:txBody>
          <a:bodyPr/>
          <a:lstStyle/>
          <a:p>
            <a:pPr marL="0" indent="0">
              <a:buNone/>
            </a:pPr>
            <a:r>
              <a:rPr lang="en-US" dirty="0">
                <a:cs typeface="Times New Roman" panose="02020603050405020304" pitchFamily="18" charset="0"/>
              </a:rPr>
              <a:t>1. The project successfully monitors body posture in real time using ESP32 and IMU sensor.</a:t>
            </a:r>
          </a:p>
          <a:p>
            <a:pPr marL="0" indent="0">
              <a:buNone/>
            </a:pPr>
            <a:r>
              <a:rPr lang="en-US" dirty="0">
                <a:cs typeface="Times New Roman" panose="02020603050405020304" pitchFamily="18" charset="0"/>
              </a:rPr>
              <a:t>2. It helps in detecting incorrect posture and provides immediate feedback for correction</a:t>
            </a:r>
          </a:p>
          <a:p>
            <a:pPr marL="0" indent="0">
              <a:buNone/>
            </a:pPr>
            <a:r>
              <a:rPr lang="en-US" dirty="0">
                <a:cs typeface="Times New Roman" panose="02020603050405020304" pitchFamily="18" charset="0"/>
              </a:rPr>
              <a:t>3. The system is low-cost, portable, and suitable for daily use.</a:t>
            </a:r>
          </a:p>
          <a:p>
            <a:pPr marL="0" indent="0">
              <a:buNone/>
            </a:pPr>
            <a:r>
              <a:rPr lang="en-US" dirty="0">
                <a:cs typeface="Times New Roman" panose="02020603050405020304" pitchFamily="18" charset="0"/>
              </a:rPr>
              <a:t>4. It promotes healthy posture habits and helps prevent long-term health issues.</a:t>
            </a:r>
            <a:endParaRPr lang="en-IN" dirty="0">
              <a:cs typeface="Times New Roman" panose="02020603050405020304" pitchFamily="18" charset="0"/>
            </a:endParaRPr>
          </a:p>
        </p:txBody>
      </p:sp>
    </p:spTree>
    <p:extLst>
      <p:ext uri="{BB962C8B-B14F-4D97-AF65-F5344CB8AC3E}">
        <p14:creationId xmlns:p14="http://schemas.microsoft.com/office/powerpoint/2010/main" val="23786901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DEEC11-0C8F-52F1-0844-5770B59F6FF6}"/>
              </a:ext>
            </a:extLst>
          </p:cNvPr>
          <p:cNvSpPr>
            <a:spLocks noGrp="1"/>
          </p:cNvSpPr>
          <p:nvPr>
            <p:ph type="title"/>
          </p:nvPr>
        </p:nvSpPr>
        <p:spPr>
          <a:xfrm>
            <a:off x="889233" y="1078732"/>
            <a:ext cx="10704352" cy="4843896"/>
          </a:xfrm>
        </p:spPr>
        <p:txBody>
          <a:bodyPr>
            <a:normAutofit/>
          </a:bodyPr>
          <a:lstStyle/>
          <a:p>
            <a:r>
              <a:rPr lang="en-IN" sz="4800" dirty="0">
                <a:latin typeface="Times New Roman" panose="02020603050405020304" pitchFamily="18" charset="0"/>
                <a:cs typeface="Times New Roman" panose="02020603050405020304" pitchFamily="18" charset="0"/>
              </a:rPr>
              <a:t>                 </a:t>
            </a:r>
            <a:r>
              <a:rPr lang="en-IN" sz="6600" dirty="0">
                <a:latin typeface="Times New Roman" panose="02020603050405020304" pitchFamily="18" charset="0"/>
                <a:cs typeface="Times New Roman" panose="02020603050405020304" pitchFamily="18" charset="0"/>
              </a:rPr>
              <a:t>THANK YOU!</a:t>
            </a:r>
          </a:p>
        </p:txBody>
      </p:sp>
    </p:spTree>
    <p:extLst>
      <p:ext uri="{BB962C8B-B14F-4D97-AF65-F5344CB8AC3E}">
        <p14:creationId xmlns:p14="http://schemas.microsoft.com/office/powerpoint/2010/main" val="41156696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1132</TotalTime>
  <Words>1065</Words>
  <Application>Microsoft Office PowerPoint</Application>
  <PresentationFormat>Widescreen</PresentationFormat>
  <Paragraphs>118</Paragraphs>
  <Slides>17</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vt:lpstr>
      <vt:lpstr>Calibri</vt:lpstr>
      <vt:lpstr>Calibri Light</vt:lpstr>
      <vt:lpstr>Times New Roman</vt:lpstr>
      <vt:lpstr>Office Theme</vt:lpstr>
      <vt:lpstr>                </vt:lpstr>
      <vt:lpstr>CONTENTS</vt:lpstr>
      <vt:lpstr>INTRODUTION</vt:lpstr>
      <vt:lpstr>OBJECTIVES</vt:lpstr>
      <vt:lpstr>EXISTING METHOD.</vt:lpstr>
      <vt:lpstr>                  PROPOSED METHOD:</vt:lpstr>
      <vt:lpstr>BLOCK DIAGRAM</vt:lpstr>
      <vt:lpstr>HARDWARE &amp; SOFTWARE COMPONENTS</vt:lpstr>
      <vt:lpstr>ESP32 MICROCONTROLLER:</vt:lpstr>
      <vt:lpstr>BUZZER:</vt:lpstr>
      <vt:lpstr>DATA SET &amp; GOOGLE COLLAB:</vt:lpstr>
      <vt:lpstr>PowerPoint Presentation</vt:lpstr>
      <vt:lpstr>ADVANTAGES</vt:lpstr>
      <vt:lpstr>APPLICATIONS</vt:lpstr>
      <vt:lpstr>FUTURE SCOPE</vt:lpstr>
      <vt:lpstr>CONCLUSION</vt:lpstr>
      <vt:lpstr>                 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title>
  <dc:creator>mohammad rukhiya</dc:creator>
  <cp:lastModifiedBy>gudepu srilekha</cp:lastModifiedBy>
  <cp:revision>20</cp:revision>
  <dcterms:created xsi:type="dcterms:W3CDTF">2025-04-28T15:29:00Z</dcterms:created>
  <dcterms:modified xsi:type="dcterms:W3CDTF">2026-04-18T04:34:45Z</dcterms:modified>
</cp:coreProperties>
</file>